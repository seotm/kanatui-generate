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151"/>
    <a:srgbClr val="5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77" d="100"/>
          <a:sy n="77" d="100"/>
        </p:scale>
        <p:origin x="1260" y="6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0E243-D843-4765-8472-1B97B58F104B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E69C-961A-48F0-84F9-65DB5F92C3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640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AFDF3-57FB-A309-ECB8-B9896F6AF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9F2F24-9EBB-EFB3-1131-83460424C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F2C22-4F13-5831-6101-53360308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4FD445-4FDF-1831-846C-7AD83864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B5CD86-A33A-24F9-1F8C-2A57FB81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63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B5998-D181-3126-8F32-CE092507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94FC91-5873-D960-7764-F9F3A0F89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E6048-F6A5-256C-500B-9F60721C2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BA15DC-00FF-A17D-FC42-16E9B974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1B5225-EAAC-AE91-BD1C-3DD63779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0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C5855-DA1D-1CDD-5A8E-FE16CCA1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AB4EE-8BA8-EB60-B411-E21EAF852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D8BCC-4CB6-07AA-A096-CDAF2AF9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32939-986E-2C20-3E93-AD80DAD8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8E902E-CDED-02FF-2971-307E4D05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9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6DAEA-AA29-FD72-5EBB-E6FD01FA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C87AFD-2AEC-5963-B481-36908C0CE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74876F-ECFF-D877-0266-267211593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A8C34A-A060-5B88-4AB6-74625821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DE3BEE-DCAF-909D-F03A-B115222E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D2229F-1551-08F9-2FA6-F24DC699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9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718FD-BC05-C934-2335-68933B305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36E3E1-6055-531E-12D8-7F292DC3D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623D53-9D63-34B5-8804-9AD0BB023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B33C64-8CF5-55F2-C598-FDAF48DCE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5E0622-8BB9-6C25-9CEB-877A652EA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586C55-273C-7F16-2962-A81B3ECC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162CF9-4DC1-B78C-DCA1-5AE14C37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85922A-3892-78EF-5E2A-7144F900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0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705DE-2DE4-F014-6B7C-8B7BBABC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AD9A1B-CC1C-DD4C-F9DF-64BF41C9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262F90-E26C-97E3-048B-811B9B6D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D0CCBC-776B-E51D-2966-E4E59ACD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63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A1D644-6EBE-C329-E44E-6D9427A1B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9E6960-DA4B-A45D-EB2D-569A4B74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23CB37-0ED4-CE39-F82C-A7977D1D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06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1C156-EE11-54F7-857E-56B5C840B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BF229A-3BBB-E59C-56FD-D652EE2A6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D9FB38-8A2D-3A9B-B2C3-239E9F7AA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791530-0945-4084-7003-05C51491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440FF8-CDAA-DE3B-34E8-F47401E6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0EFFEF-D2D1-7BFB-1881-F2FFA6FF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56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C360E-FEA4-6336-4040-452CB8BA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9ECC26-AC95-1201-CED8-BB90674F9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7C2A84-14AA-15BD-AAAA-F63C4068E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70A439-315E-D9F4-ACED-A78791BF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35BA97-8C44-6F2B-03E2-526AC9F4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96BC2B-16C3-8885-CA9A-FC207A02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90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EC4D0-0A12-E619-18BE-B6BFE624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60FFD6-A4DA-400F-4D7A-2875AE9A2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C2079-813C-EDF5-C6D8-331EDF29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3C5FB-893F-B2D1-1F1E-6E18E2A1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A38C01-6788-547F-BE9B-91EF4C50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756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B0C914-DF42-7271-DCF5-6C2E8B46D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CC53C4-B2C9-B9D3-4174-48EC697FF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082F0-EDFA-32CF-6646-8A989EE3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F0BC0-B6E2-2091-6E07-C6ED70F1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A56774-FA70-0C5A-6407-675AAE4C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03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BEAB58-C26D-DB30-4254-73DF977D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FA202F-2113-0980-1E28-F75CB4879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A22F13-0D73-18EE-45E7-6BD5E50576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EEF95-5976-4D42-A266-A538674A9EA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75563-EAA4-C05F-908E-0D945F1B1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214517-76A8-A4A8-9E09-5FCA6985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D08BD-FBC4-4A02-B37D-26B19AE1A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27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1C5E6-6528-463C-EFAC-E9C40DC7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组合 211">
            <a:extLst>
              <a:ext uri="{FF2B5EF4-FFF2-40B4-BE49-F238E27FC236}">
                <a16:creationId xmlns:a16="http://schemas.microsoft.com/office/drawing/2014/main" id="{4FEE5D53-DF6D-B30B-C474-0A1CEE6B9C71}"/>
              </a:ext>
            </a:extLst>
          </p:cNvPr>
          <p:cNvGrpSpPr/>
          <p:nvPr/>
        </p:nvGrpSpPr>
        <p:grpSpPr>
          <a:xfrm>
            <a:off x="114248" y="173101"/>
            <a:ext cx="5717886" cy="6511798"/>
            <a:chOff x="6284893" y="333136"/>
            <a:chExt cx="5717886" cy="6511798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8D48EDAF-AF7F-F2BA-CD1B-CAA04DA2E8F9}"/>
                </a:ext>
              </a:extLst>
            </p:cNvPr>
            <p:cNvGrpSpPr/>
            <p:nvPr/>
          </p:nvGrpSpPr>
          <p:grpSpPr>
            <a:xfrm>
              <a:off x="6284893" y="333136"/>
              <a:ext cx="5717886" cy="6511798"/>
              <a:chOff x="1717401" y="1449187"/>
              <a:chExt cx="5717886" cy="651179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75462853-998C-6C57-25E3-4A752E3E6CC0}"/>
                  </a:ext>
                </a:extLst>
              </p:cNvPr>
              <p:cNvSpPr/>
              <p:nvPr/>
            </p:nvSpPr>
            <p:spPr>
              <a:xfrm>
                <a:off x="1717401" y="1449187"/>
                <a:ext cx="5717886" cy="6511798"/>
              </a:xfrm>
              <a:prstGeom prst="roundRect">
                <a:avLst>
                  <a:gd name="adj" fmla="val 2067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: 圆顶角 24">
                <a:extLst>
                  <a:ext uri="{FF2B5EF4-FFF2-40B4-BE49-F238E27FC236}">
                    <a16:creationId xmlns:a16="http://schemas.microsoft.com/office/drawing/2014/main" id="{C4B1726E-FFE8-2282-7DF2-9A6BCF18E488}"/>
                  </a:ext>
                </a:extLst>
              </p:cNvPr>
              <p:cNvSpPr/>
              <p:nvPr/>
            </p:nvSpPr>
            <p:spPr>
              <a:xfrm>
                <a:off x="1717401" y="1449188"/>
                <a:ext cx="5717886" cy="307774"/>
              </a:xfrm>
              <a:prstGeom prst="round2SameRect">
                <a:avLst>
                  <a:gd name="adj1" fmla="val 32665"/>
                  <a:gd name="adj2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编辑布局</a:t>
                </a:r>
              </a:p>
            </p:txBody>
          </p:sp>
        </p:grp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1986125B-6839-0FDD-00D7-16FB70ECCEE4}"/>
                </a:ext>
              </a:extLst>
            </p:cNvPr>
            <p:cNvGrpSpPr/>
            <p:nvPr/>
          </p:nvGrpSpPr>
          <p:grpSpPr>
            <a:xfrm>
              <a:off x="6415085" y="739879"/>
              <a:ext cx="5457502" cy="6006087"/>
              <a:chOff x="281572" y="717847"/>
              <a:chExt cx="5457502" cy="6006087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33EF18CD-7D1C-04E0-CBFA-8B46FD2A4105}"/>
                  </a:ext>
                </a:extLst>
              </p:cNvPr>
              <p:cNvGrpSpPr/>
              <p:nvPr/>
            </p:nvGrpSpPr>
            <p:grpSpPr>
              <a:xfrm>
                <a:off x="281572" y="3225173"/>
                <a:ext cx="5457502" cy="3498761"/>
                <a:chOff x="281572" y="3225173"/>
                <a:chExt cx="5457502" cy="3498761"/>
              </a:xfrm>
            </p:grpSpPr>
            <p:grpSp>
              <p:nvGrpSpPr>
                <p:cNvPr id="166" name="组合 165">
                  <a:extLst>
                    <a:ext uri="{FF2B5EF4-FFF2-40B4-BE49-F238E27FC236}">
                      <a16:creationId xmlns:a16="http://schemas.microsoft.com/office/drawing/2014/main" id="{2A1705EA-CA02-5FEF-1B91-AADFFA6EB60D}"/>
                    </a:ext>
                  </a:extLst>
                </p:cNvPr>
                <p:cNvGrpSpPr/>
                <p:nvPr/>
              </p:nvGrpSpPr>
              <p:grpSpPr>
                <a:xfrm>
                  <a:off x="281572" y="3225174"/>
                  <a:ext cx="2394739" cy="3498760"/>
                  <a:chOff x="2170998" y="293015"/>
                  <a:chExt cx="2394739" cy="3498760"/>
                </a:xfrm>
              </p:grpSpPr>
              <p:sp>
                <p:nvSpPr>
                  <p:cNvPr id="182" name="矩形: 圆角 181">
                    <a:extLst>
                      <a:ext uri="{FF2B5EF4-FFF2-40B4-BE49-F238E27FC236}">
                        <a16:creationId xmlns:a16="http://schemas.microsoft.com/office/drawing/2014/main" id="{0A87755D-1A90-9882-A1C8-12895C306AC0}"/>
                      </a:ext>
                    </a:extLst>
                  </p:cNvPr>
                  <p:cNvSpPr/>
                  <p:nvPr/>
                </p:nvSpPr>
                <p:spPr>
                  <a:xfrm>
                    <a:off x="2170998" y="293015"/>
                    <a:ext cx="826477" cy="205287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r>
                      <a: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控件列表</a:t>
                    </a:r>
                  </a:p>
                </p:txBody>
              </p:sp>
              <p:grpSp>
                <p:nvGrpSpPr>
                  <p:cNvPr id="165" name="组合 164">
                    <a:extLst>
                      <a:ext uri="{FF2B5EF4-FFF2-40B4-BE49-F238E27FC236}">
                        <a16:creationId xmlns:a16="http://schemas.microsoft.com/office/drawing/2014/main" id="{177ABE31-215A-BA0E-E2ED-E3E53F06676C}"/>
                      </a:ext>
                    </a:extLst>
                  </p:cNvPr>
                  <p:cNvGrpSpPr/>
                  <p:nvPr/>
                </p:nvGrpSpPr>
                <p:grpSpPr>
                  <a:xfrm>
                    <a:off x="2170998" y="599945"/>
                    <a:ext cx="2394739" cy="3191830"/>
                    <a:chOff x="2155159" y="556906"/>
                    <a:chExt cx="2394739" cy="3191830"/>
                  </a:xfrm>
                </p:grpSpPr>
                <p:sp>
                  <p:nvSpPr>
                    <p:cNvPr id="181" name="矩形: 圆角 180">
                      <a:extLst>
                        <a:ext uri="{FF2B5EF4-FFF2-40B4-BE49-F238E27FC236}">
                          <a16:creationId xmlns:a16="http://schemas.microsoft.com/office/drawing/2014/main" id="{2D020EF2-19E6-3FEA-FE4D-A1D5CA0DE2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5159" y="556906"/>
                      <a:ext cx="2394739" cy="3191830"/>
                    </a:xfrm>
                    <a:prstGeom prst="roundRect">
                      <a:avLst>
                        <a:gd name="adj" fmla="val 1921"/>
                      </a:avLst>
                    </a:prstGeom>
                    <a:solidFill>
                      <a:schemeClr val="tx1">
                        <a:lumMod val="65000"/>
                        <a:lumOff val="35000"/>
                      </a:schemeClr>
                    </a:solidFill>
                    <a:ln w="635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23" name="组合 22">
                      <a:extLst>
                        <a:ext uri="{FF2B5EF4-FFF2-40B4-BE49-F238E27FC236}">
                          <a16:creationId xmlns:a16="http://schemas.microsoft.com/office/drawing/2014/main" id="{B2F5DFB2-1E87-E806-62D5-8E216C63D0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263273" y="661207"/>
                      <a:ext cx="2205714" cy="1120050"/>
                      <a:chOff x="5844589" y="193381"/>
                      <a:chExt cx="2205714" cy="1120050"/>
                    </a:xfrm>
                  </p:grpSpPr>
                  <p:grpSp>
                    <p:nvGrpSpPr>
                      <p:cNvPr id="216" name="组合 215">
                        <a:extLst>
                          <a:ext uri="{FF2B5EF4-FFF2-40B4-BE49-F238E27FC236}">
                            <a16:creationId xmlns:a16="http://schemas.microsoft.com/office/drawing/2014/main" id="{7D14BACE-1725-A3BF-8B0E-13B9DDDEF94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44589" y="1108144"/>
                        <a:ext cx="2205714" cy="205287"/>
                        <a:chOff x="2547766" y="6223892"/>
                        <a:chExt cx="2205714" cy="205287"/>
                      </a:xfrm>
                    </p:grpSpPr>
                    <p:grpSp>
                      <p:nvGrpSpPr>
                        <p:cNvPr id="33" name="组合 32">
                          <a:extLst>
                            <a:ext uri="{FF2B5EF4-FFF2-40B4-BE49-F238E27FC236}">
                              <a16:creationId xmlns:a16="http://schemas.microsoft.com/office/drawing/2014/main" id="{4812F68B-540C-A88B-AD33-00C9EDC7EDB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547766" y="6223892"/>
                          <a:ext cx="1949842" cy="205287"/>
                          <a:chOff x="3007750" y="1992812"/>
                          <a:chExt cx="2114879" cy="205287"/>
                        </a:xfrm>
                      </p:grpSpPr>
                      <p:sp>
                        <p:nvSpPr>
                          <p:cNvPr id="32" name="矩形: 圆角 31">
                            <a:extLst>
                              <a:ext uri="{FF2B5EF4-FFF2-40B4-BE49-F238E27FC236}">
                                <a16:creationId xmlns:a16="http://schemas.microsoft.com/office/drawing/2014/main" id="{7193DD66-822A-06D1-3314-35582C75BD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007750" y="1992812"/>
                            <a:ext cx="2114879" cy="205287"/>
                          </a:xfrm>
                          <a:prstGeom prst="round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lIns="18000" rIns="18000" rtlCol="0" anchor="ctr"/>
                          <a:lstStyle/>
                          <a:p>
                            <a:r>
                              <a:rPr lang="en-US" altLang="zh-CN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rPr>
                              <a:t>Text</a:t>
                            </a:r>
                            <a:endParaRPr lang="zh-CN" altLang="en-US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endParaRPr>
                          </a:p>
                        </p:txBody>
                      </p:sp>
                      <p:sp>
                        <p:nvSpPr>
                          <p:cNvPr id="31" name="等腰三角形 30">
                            <a:extLst>
                              <a:ext uri="{FF2B5EF4-FFF2-40B4-BE49-F238E27FC236}">
                                <a16:creationId xmlns:a16="http://schemas.microsoft.com/office/drawing/2014/main" id="{D4CCCCF9-2B48-A31A-5773-F1901509E2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10800000">
                            <a:off x="4979006" y="2055357"/>
                            <a:ext cx="99391" cy="80195"/>
                          </a:xfrm>
                          <a:prstGeom prst="triangle">
                            <a:avLst/>
                          </a:prstGeom>
                          <a:solidFill>
                            <a:schemeClr val="bg1">
                              <a:lumMod val="7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 sz="9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endParaRPr>
                          </a:p>
                        </p:txBody>
                      </p:sp>
                    </p:grpSp>
                    <p:sp>
                      <p:nvSpPr>
                        <p:cNvPr id="37" name="矩形: 圆角 36">
                          <a:extLst>
                            <a:ext uri="{FF2B5EF4-FFF2-40B4-BE49-F238E27FC236}">
                              <a16:creationId xmlns:a16="http://schemas.microsoft.com/office/drawing/2014/main" id="{27EAB103-9882-1860-CA82-BEA5758FE61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548280" y="6223892"/>
                          <a:ext cx="205200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>
                          <a:noFill/>
                        </a:ln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altLang="zh-CN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+</a:t>
                          </a:r>
                          <a:endParaRPr lang="zh-CN" altLang="en-US" sz="9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2" name="组合 21">
                        <a:extLst>
                          <a:ext uri="{FF2B5EF4-FFF2-40B4-BE49-F238E27FC236}">
                            <a16:creationId xmlns:a16="http://schemas.microsoft.com/office/drawing/2014/main" id="{400ABD1C-82A4-F537-70B0-D0884874F2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44589" y="193381"/>
                        <a:ext cx="2205714" cy="815129"/>
                        <a:chOff x="5844589" y="193381"/>
                        <a:chExt cx="2205714" cy="815129"/>
                      </a:xfrm>
                    </p:grpSpPr>
                    <p:grpSp>
                      <p:nvGrpSpPr>
                        <p:cNvPr id="19" name="组合 18">
                          <a:extLst>
                            <a:ext uri="{FF2B5EF4-FFF2-40B4-BE49-F238E27FC236}">
                              <a16:creationId xmlns:a16="http://schemas.microsoft.com/office/drawing/2014/main" id="{628E0727-51A6-4108-944E-EC28C9922A9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44589" y="193381"/>
                          <a:ext cx="2205714" cy="205287"/>
                          <a:chOff x="5876083" y="441194"/>
                          <a:chExt cx="2205714" cy="205287"/>
                        </a:xfrm>
                      </p:grpSpPr>
                      <p:sp>
                        <p:nvSpPr>
                          <p:cNvPr id="3" name="矩形: 圆角 2">
                            <a:extLst>
                              <a:ext uri="{FF2B5EF4-FFF2-40B4-BE49-F238E27FC236}">
                                <a16:creationId xmlns:a16="http://schemas.microsoft.com/office/drawing/2014/main" id="{77D6F1D1-09C1-436C-019C-D2B4BC8216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76083" y="441194"/>
                            <a:ext cx="2205714" cy="205287"/>
                          </a:xfrm>
                          <a:prstGeom prst="round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endParaRPr lang="zh-CN" altLang="en-US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endParaRPr>
                          </a:p>
                        </p:txBody>
                      </p:sp>
                      <p:grpSp>
                        <p:nvGrpSpPr>
                          <p:cNvPr id="197" name="组合 196">
                            <a:extLst>
                              <a:ext uri="{FF2B5EF4-FFF2-40B4-BE49-F238E27FC236}">
                                <a16:creationId xmlns:a16="http://schemas.microsoft.com/office/drawing/2014/main" id="{81776453-8BAB-6792-98A2-CC8F4412216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76083" y="441194"/>
                            <a:ext cx="2205714" cy="205287"/>
                            <a:chOff x="2440885" y="5841085"/>
                            <a:chExt cx="2205714" cy="205287"/>
                          </a:xfrm>
                        </p:grpSpPr>
                        <p:sp>
                          <p:nvSpPr>
                            <p:cNvPr id="70" name="矩形: 圆角 69">
                              <a:extLst>
                                <a:ext uri="{FF2B5EF4-FFF2-40B4-BE49-F238E27FC236}">
                                  <a16:creationId xmlns:a16="http://schemas.microsoft.com/office/drawing/2014/main" id="{0A292C62-19B5-3EF9-A3A4-93AB745B542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440885" y="5841086"/>
                              <a:ext cx="193990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00</a:t>
                              </a:r>
                              <a:endParaRPr lang="zh-CN" altLang="en-US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endParaRPr>
                            </a:p>
                          </p:txBody>
                        </p:sp>
                        <p:sp>
                          <p:nvSpPr>
                            <p:cNvPr id="190" name="矩形: 圆角 189">
                              <a:extLst>
                                <a:ext uri="{FF2B5EF4-FFF2-40B4-BE49-F238E27FC236}">
                                  <a16:creationId xmlns:a16="http://schemas.microsoft.com/office/drawing/2014/main" id="{75624510-B950-5504-0A0C-F2F1515ABC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144788" y="5841085"/>
                              <a:ext cx="1293076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##MAINWND</a:t>
                              </a:r>
                              <a:endParaRPr lang="zh-CN" altLang="en-US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endParaRPr>
                            </a:p>
                          </p:txBody>
                        </p:sp>
                        <p:sp>
                          <p:nvSpPr>
                            <p:cNvPr id="192" name="矩形: 圆角 191">
                              <a:extLst>
                                <a:ext uri="{FF2B5EF4-FFF2-40B4-BE49-F238E27FC236}">
                                  <a16:creationId xmlns:a16="http://schemas.microsoft.com/office/drawing/2014/main" id="{9FC0056E-05FA-949E-FD9F-136EAF2EE2B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634875" y="5841085"/>
                              <a:ext cx="520900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zh-CN" altLang="en-US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窗口</a:t>
                              </a:r>
                            </a:p>
                          </p:txBody>
                        </p:sp>
                        <p:sp>
                          <p:nvSpPr>
                            <p:cNvPr id="196" name="矩形: 圆角 195">
                              <a:extLst>
                                <a:ext uri="{FF2B5EF4-FFF2-40B4-BE49-F238E27FC236}">
                                  <a16:creationId xmlns:a16="http://schemas.microsoft.com/office/drawing/2014/main" id="{61154980-C5E8-EA46-6560-06D1307594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41399" y="5841085"/>
                              <a:ext cx="205200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-</a:t>
                              </a:r>
                              <a:endParaRPr lang="zh-CN" altLang="en-US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0" name="组合 19">
                          <a:extLst>
                            <a:ext uri="{FF2B5EF4-FFF2-40B4-BE49-F238E27FC236}">
                              <a16:creationId xmlns:a16="http://schemas.microsoft.com/office/drawing/2014/main" id="{7ABBAA07-4A35-3808-BDBF-D01CCBF5456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44589" y="498302"/>
                          <a:ext cx="2205714" cy="205287"/>
                          <a:chOff x="5926675" y="769461"/>
                          <a:chExt cx="2205714" cy="205287"/>
                        </a:xfrm>
                      </p:grpSpPr>
                      <p:sp>
                        <p:nvSpPr>
                          <p:cNvPr id="16" name="矩形: 圆角 15">
                            <a:extLst>
                              <a:ext uri="{FF2B5EF4-FFF2-40B4-BE49-F238E27FC236}">
                                <a16:creationId xmlns:a16="http://schemas.microsoft.com/office/drawing/2014/main" id="{DBA75E46-B7F0-3A04-B95F-F30E222E90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26675" y="769461"/>
                            <a:ext cx="2205714" cy="205287"/>
                          </a:xfrm>
                          <a:prstGeom prst="round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6350">
                            <a:solidFill>
                              <a:schemeClr val="bg1">
                                <a:lumMod val="85000"/>
                              </a:schemeClr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endParaRPr lang="zh-CN" altLang="en-US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endParaRPr>
                          </a:p>
                        </p:txBody>
                      </p:sp>
                      <p:grpSp>
                        <p:nvGrpSpPr>
                          <p:cNvPr id="5" name="组合 4">
                            <a:extLst>
                              <a:ext uri="{FF2B5EF4-FFF2-40B4-BE49-F238E27FC236}">
                                <a16:creationId xmlns:a16="http://schemas.microsoft.com/office/drawing/2014/main" id="{A22DF0CC-6745-494E-BB22-91130C59032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926675" y="769461"/>
                            <a:ext cx="2205714" cy="205287"/>
                            <a:chOff x="2440885" y="5841085"/>
                            <a:chExt cx="2205714" cy="205287"/>
                          </a:xfrm>
                        </p:grpSpPr>
                        <p:sp>
                          <p:nvSpPr>
                            <p:cNvPr id="6" name="矩形: 圆角 5">
                              <a:extLst>
                                <a:ext uri="{FF2B5EF4-FFF2-40B4-BE49-F238E27FC236}">
                                  <a16:creationId xmlns:a16="http://schemas.microsoft.com/office/drawing/2014/main" id="{2BB194A5-1F98-BDF3-1C8C-66D881FDC9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440885" y="5841086"/>
                              <a:ext cx="193990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01</a:t>
                              </a:r>
                              <a:endParaRPr lang="zh-CN" altLang="en-US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endParaRPr>
                            </a:p>
                          </p:txBody>
                        </p:sp>
                        <p:sp>
                          <p:nvSpPr>
                            <p:cNvPr id="7" name="矩形: 圆角 6">
                              <a:extLst>
                                <a:ext uri="{FF2B5EF4-FFF2-40B4-BE49-F238E27FC236}">
                                  <a16:creationId xmlns:a16="http://schemas.microsoft.com/office/drawing/2014/main" id="{EA2D1995-1823-871D-8AFC-82C4113DDC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144788" y="5841085"/>
                              <a:ext cx="1293076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##TITLEBAR</a:t>
                              </a:r>
                            </a:p>
                          </p:txBody>
                        </p:sp>
                        <p:sp>
                          <p:nvSpPr>
                            <p:cNvPr id="8" name="矩形: 圆角 7">
                              <a:extLst>
                                <a:ext uri="{FF2B5EF4-FFF2-40B4-BE49-F238E27FC236}">
                                  <a16:creationId xmlns:a16="http://schemas.microsoft.com/office/drawing/2014/main" id="{55951F8D-BD2D-8C49-0BDE-5D5EC72A32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634875" y="5841085"/>
                              <a:ext cx="520900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zh-CN" altLang="en-US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标题</a:t>
                              </a:r>
                            </a:p>
                          </p:txBody>
                        </p:sp>
                        <p:sp>
                          <p:nvSpPr>
                            <p:cNvPr id="9" name="矩形: 圆角 8">
                              <a:extLst>
                                <a:ext uri="{FF2B5EF4-FFF2-40B4-BE49-F238E27FC236}">
                                  <a16:creationId xmlns:a16="http://schemas.microsoft.com/office/drawing/2014/main" id="{C93096E6-072C-A16C-556E-5A4B40C89E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41399" y="5841171"/>
                              <a:ext cx="205200" cy="205200"/>
                            </a:xfrm>
                            <a:prstGeom prst="round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635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</a:ln>
                            <a:effectLst>
                              <a:outerShdw blurRad="63500" sx="102000" sy="102000" algn="ctr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-</a:t>
                              </a:r>
                              <a:endParaRPr lang="zh-CN" altLang="en-US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1" name="组合 20">
                          <a:extLst>
                            <a:ext uri="{FF2B5EF4-FFF2-40B4-BE49-F238E27FC236}">
                              <a16:creationId xmlns:a16="http://schemas.microsoft.com/office/drawing/2014/main" id="{86770150-7D53-EA37-5B58-5E3B642FABE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44589" y="803223"/>
                          <a:ext cx="2205714" cy="205287"/>
                          <a:chOff x="5847637" y="1189441"/>
                          <a:chExt cx="2205714" cy="205287"/>
                        </a:xfrm>
                      </p:grpSpPr>
                      <p:sp>
                        <p:nvSpPr>
                          <p:cNvPr id="18" name="矩形: 圆角 17">
                            <a:extLst>
                              <a:ext uri="{FF2B5EF4-FFF2-40B4-BE49-F238E27FC236}">
                                <a16:creationId xmlns:a16="http://schemas.microsoft.com/office/drawing/2014/main" id="{02DC5E95-77EB-BF0F-6B41-46996B791C2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7637" y="1189441"/>
                            <a:ext cx="2205714" cy="205287"/>
                          </a:xfrm>
                          <a:prstGeom prst="roundRect">
                            <a:avLst/>
                          </a:prstGeom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endParaRPr lang="zh-CN" altLang="en-US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endParaRPr>
                          </a:p>
                        </p:txBody>
                      </p:sp>
                      <p:grpSp>
                        <p:nvGrpSpPr>
                          <p:cNvPr id="10" name="组合 9">
                            <a:extLst>
                              <a:ext uri="{FF2B5EF4-FFF2-40B4-BE49-F238E27FC236}">
                                <a16:creationId xmlns:a16="http://schemas.microsoft.com/office/drawing/2014/main" id="{69E16340-F8B1-C3DF-8A7F-D7413F7F250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847637" y="1189441"/>
                            <a:ext cx="2205714" cy="205287"/>
                            <a:chOff x="2440885" y="5841085"/>
                            <a:chExt cx="2205714" cy="205287"/>
                          </a:xfrm>
                        </p:grpSpPr>
                        <p:sp>
                          <p:nvSpPr>
                            <p:cNvPr id="11" name="矩形: 圆角 10">
                              <a:extLst>
                                <a:ext uri="{FF2B5EF4-FFF2-40B4-BE49-F238E27FC236}">
                                  <a16:creationId xmlns:a16="http://schemas.microsoft.com/office/drawing/2014/main" id="{DDD5168C-64A3-8E36-BC96-8359FF3BF5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440885" y="5841086"/>
                              <a:ext cx="193990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02</a:t>
                              </a:r>
                              <a:endParaRPr lang="zh-CN" altLang="en-US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endParaRPr>
                            </a:p>
                          </p:txBody>
                        </p:sp>
                        <p:sp>
                          <p:nvSpPr>
                            <p:cNvPr id="12" name="矩形: 圆角 11">
                              <a:extLst>
                                <a:ext uri="{FF2B5EF4-FFF2-40B4-BE49-F238E27FC236}">
                                  <a16:creationId xmlns:a16="http://schemas.microsoft.com/office/drawing/2014/main" id="{CC5F0A19-6604-7626-A0C8-AA9984320C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144788" y="5841085"/>
                              <a:ext cx="1293076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##CONTAINER</a:t>
                              </a:r>
                            </a:p>
                          </p:txBody>
                        </p:sp>
                        <p:sp>
                          <p:nvSpPr>
                            <p:cNvPr id="13" name="矩形: 圆角 12">
                              <a:extLst>
                                <a:ext uri="{FF2B5EF4-FFF2-40B4-BE49-F238E27FC236}">
                                  <a16:creationId xmlns:a16="http://schemas.microsoft.com/office/drawing/2014/main" id="{C4A94F1B-59C6-7CCC-2FF4-A55E2161E03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634875" y="5841085"/>
                              <a:ext cx="520900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18000" tIns="0" rIns="18000" bIns="0" rtlCol="0" anchor="ctr"/>
                            <a:lstStyle/>
                            <a:p>
                              <a:r>
                                <a:rPr lang="zh-CN" altLang="en-US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区域</a:t>
                              </a:r>
                            </a:p>
                          </p:txBody>
                        </p:sp>
                        <p:sp>
                          <p:nvSpPr>
                            <p:cNvPr id="14" name="矩形: 圆角 13">
                              <a:extLst>
                                <a:ext uri="{FF2B5EF4-FFF2-40B4-BE49-F238E27FC236}">
                                  <a16:creationId xmlns:a16="http://schemas.microsoft.com/office/drawing/2014/main" id="{661D2E5F-5D7B-DCC7-D7AF-08D91D7AAF4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441399" y="5841085"/>
                              <a:ext cx="205200" cy="205286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-</a:t>
                              </a:r>
                              <a:endParaRPr lang="zh-CN" altLang="en-US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67" name="组合 166">
                  <a:extLst>
                    <a:ext uri="{FF2B5EF4-FFF2-40B4-BE49-F238E27FC236}">
                      <a16:creationId xmlns:a16="http://schemas.microsoft.com/office/drawing/2014/main" id="{A0FD8188-8792-92C2-D5EB-61F13C530241}"/>
                    </a:ext>
                  </a:extLst>
                </p:cNvPr>
                <p:cNvGrpSpPr/>
                <p:nvPr/>
              </p:nvGrpSpPr>
              <p:grpSpPr>
                <a:xfrm>
                  <a:off x="2868064" y="3225173"/>
                  <a:ext cx="2871010" cy="3498761"/>
                  <a:chOff x="4757490" y="293014"/>
                  <a:chExt cx="2871010" cy="3498761"/>
                </a:xfrm>
              </p:grpSpPr>
              <p:sp>
                <p:nvSpPr>
                  <p:cNvPr id="34" name="矩形: 圆角 33">
                    <a:extLst>
                      <a:ext uri="{FF2B5EF4-FFF2-40B4-BE49-F238E27FC236}">
                        <a16:creationId xmlns:a16="http://schemas.microsoft.com/office/drawing/2014/main" id="{57EB25C6-A7AF-6D2B-2BB6-9DEB828C6D14}"/>
                      </a:ext>
                    </a:extLst>
                  </p:cNvPr>
                  <p:cNvSpPr/>
                  <p:nvPr/>
                </p:nvSpPr>
                <p:spPr>
                  <a:xfrm>
                    <a:off x="4757490" y="293014"/>
                    <a:ext cx="826477" cy="205287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r>
                      <a: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控件编辑</a:t>
                    </a:r>
                  </a:p>
                </p:txBody>
              </p:sp>
              <p:grpSp>
                <p:nvGrpSpPr>
                  <p:cNvPr id="163" name="组合 162">
                    <a:extLst>
                      <a:ext uri="{FF2B5EF4-FFF2-40B4-BE49-F238E27FC236}">
                        <a16:creationId xmlns:a16="http://schemas.microsoft.com/office/drawing/2014/main" id="{16AB4BCC-C677-A004-812F-9992A30830E7}"/>
                      </a:ext>
                    </a:extLst>
                  </p:cNvPr>
                  <p:cNvGrpSpPr/>
                  <p:nvPr/>
                </p:nvGrpSpPr>
                <p:grpSpPr>
                  <a:xfrm>
                    <a:off x="4757490" y="591802"/>
                    <a:ext cx="2871010" cy="3199973"/>
                    <a:chOff x="4757490" y="661207"/>
                    <a:chExt cx="2871010" cy="3199973"/>
                  </a:xfrm>
                </p:grpSpPr>
                <p:grpSp>
                  <p:nvGrpSpPr>
                    <p:cNvPr id="162" name="组合 161">
                      <a:extLst>
                        <a:ext uri="{FF2B5EF4-FFF2-40B4-BE49-F238E27FC236}">
                          <a16:creationId xmlns:a16="http://schemas.microsoft.com/office/drawing/2014/main" id="{B70831A2-D796-86CC-34B8-F4F87D0668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57490" y="661207"/>
                      <a:ext cx="2871010" cy="1120829"/>
                      <a:chOff x="4757490" y="661207"/>
                      <a:chExt cx="2871010" cy="1120829"/>
                    </a:xfrm>
                  </p:grpSpPr>
                  <p:grpSp>
                    <p:nvGrpSpPr>
                      <p:cNvPr id="160" name="组合 159">
                        <a:extLst>
                          <a:ext uri="{FF2B5EF4-FFF2-40B4-BE49-F238E27FC236}">
                            <a16:creationId xmlns:a16="http://schemas.microsoft.com/office/drawing/2014/main" id="{F9AE6D86-C15B-5F09-0338-09707B5F057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7490" y="661207"/>
                        <a:ext cx="2871010" cy="207815"/>
                        <a:chOff x="4757490" y="661207"/>
                        <a:chExt cx="2871010" cy="207815"/>
                      </a:xfrm>
                    </p:grpSpPr>
                    <p:grpSp>
                      <p:nvGrpSpPr>
                        <p:cNvPr id="48" name="组合 47">
                          <a:extLst>
                            <a:ext uri="{FF2B5EF4-FFF2-40B4-BE49-F238E27FC236}">
                              <a16:creationId xmlns:a16="http://schemas.microsoft.com/office/drawing/2014/main" id="{979E036C-D330-5C75-D782-431E180516C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155224" y="663735"/>
                          <a:ext cx="2473276" cy="205287"/>
                          <a:chOff x="5840074" y="772855"/>
                          <a:chExt cx="2473276" cy="205287"/>
                        </a:xfrm>
                      </p:grpSpPr>
                      <p:sp>
                        <p:nvSpPr>
                          <p:cNvPr id="36" name="矩形: 圆角 35">
                            <a:extLst>
                              <a:ext uri="{FF2B5EF4-FFF2-40B4-BE49-F238E27FC236}">
                                <a16:creationId xmlns:a16="http://schemas.microsoft.com/office/drawing/2014/main" id="{C136FCEB-185C-FDEA-FDEA-727EAD400B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0074" y="772855"/>
                            <a:ext cx="2473276" cy="205287"/>
                          </a:xfrm>
                          <a:prstGeom prst="round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lIns="36000" rIns="36000" rtlCol="0" anchor="ctr"/>
                          <a:lstStyle/>
                          <a:p>
                            <a:r>
                              <a:rPr lang="en-US" altLang="zh-CN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rPr>
                              <a:t>CTRL_TYPE_TITLE</a:t>
                            </a:r>
                          </a:p>
                        </p:txBody>
                      </p:sp>
                      <p:sp>
                        <p:nvSpPr>
                          <p:cNvPr id="43" name="等腰三角形 42">
                            <a:extLst>
                              <a:ext uri="{FF2B5EF4-FFF2-40B4-BE49-F238E27FC236}">
                                <a16:creationId xmlns:a16="http://schemas.microsoft.com/office/drawing/2014/main" id="{297F0A1C-C431-C2DB-F71D-02F87BBF9E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10800000">
                            <a:off x="8188742" y="835401"/>
                            <a:ext cx="91635" cy="80195"/>
                          </a:xfrm>
                          <a:prstGeom prst="triangle">
                            <a:avLst/>
                          </a:prstGeom>
                          <a:solidFill>
                            <a:schemeClr val="bg1">
                              <a:lumMod val="7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 sz="9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endParaRPr>
                          </a:p>
                        </p:txBody>
                      </p:sp>
                    </p:grpSp>
                    <p:sp>
                      <p:nvSpPr>
                        <p:cNvPr id="56" name="矩形: 圆角 55">
                          <a:extLst>
                            <a:ext uri="{FF2B5EF4-FFF2-40B4-BE49-F238E27FC236}">
                              <a16:creationId xmlns:a16="http://schemas.microsoft.com/office/drawing/2014/main" id="{B553ACCC-C76D-CA7C-183F-2B4A074C86F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57490" y="661207"/>
                          <a:ext cx="360000" cy="205287"/>
                        </a:xfrm>
                        <a:prstGeom prst="round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0" tIns="0" rIns="0" bIns="0" rtlCol="0" anchor="ctr"/>
                        <a:lstStyle/>
                        <a:p>
                          <a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类型</a:t>
                          </a:r>
                        </a:p>
                      </p:txBody>
                    </p:sp>
                  </p:grpSp>
                  <p:grpSp>
                    <p:nvGrpSpPr>
                      <p:cNvPr id="159" name="组合 158">
                        <a:extLst>
                          <a:ext uri="{FF2B5EF4-FFF2-40B4-BE49-F238E27FC236}">
                            <a16:creationId xmlns:a16="http://schemas.microsoft.com/office/drawing/2014/main" id="{C2BC68E1-2032-8BC0-4D7B-E9D6EE27F80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7490" y="965545"/>
                        <a:ext cx="2871010" cy="207815"/>
                        <a:chOff x="4757490" y="1051377"/>
                        <a:chExt cx="2871010" cy="207815"/>
                      </a:xfrm>
                    </p:grpSpPr>
                    <p:sp>
                      <p:nvSpPr>
                        <p:cNvPr id="46" name="矩形: 圆角 45">
                          <a:extLst>
                            <a:ext uri="{FF2B5EF4-FFF2-40B4-BE49-F238E27FC236}">
                              <a16:creationId xmlns:a16="http://schemas.microsoft.com/office/drawing/2014/main" id="{C08B0EF0-CB2D-32FA-1DB4-B585EC6844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5224" y="1053905"/>
                          <a:ext cx="2473276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36000" rIns="36000" rtlCol="0" anchor="ctr"/>
                        <a:lstStyle/>
                        <a:p>
                          <a:r>
                            <a:rPr lang="en-US" altLang="zh-CN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##TITLEBAR</a:t>
                          </a:r>
                        </a:p>
                      </p:txBody>
                    </p:sp>
                    <p:sp>
                      <p:nvSpPr>
                        <p:cNvPr id="57" name="矩形: 圆角 56">
                          <a:extLst>
                            <a:ext uri="{FF2B5EF4-FFF2-40B4-BE49-F238E27FC236}">
                              <a16:creationId xmlns:a16="http://schemas.microsoft.com/office/drawing/2014/main" id="{D3FECBAD-C18B-939E-DCDB-77F8B8E93E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57490" y="1051377"/>
                          <a:ext cx="360000" cy="205287"/>
                        </a:xfrm>
                        <a:prstGeom prst="round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0" tIns="0" rIns="0" bIns="0" rtlCol="0" anchor="ctr"/>
                        <a:lstStyle/>
                        <a:p>
                          <a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标签</a:t>
                          </a:r>
                        </a:p>
                      </p:txBody>
                    </p:sp>
                  </p:grpSp>
                  <p:grpSp>
                    <p:nvGrpSpPr>
                      <p:cNvPr id="158" name="组合 157">
                        <a:extLst>
                          <a:ext uri="{FF2B5EF4-FFF2-40B4-BE49-F238E27FC236}">
                            <a16:creationId xmlns:a16="http://schemas.microsoft.com/office/drawing/2014/main" id="{EC19E990-CE24-62CA-B2CC-F0E7242978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7490" y="1269883"/>
                        <a:ext cx="2871010" cy="207815"/>
                        <a:chOff x="4757490" y="1441547"/>
                        <a:chExt cx="2871010" cy="207815"/>
                      </a:xfrm>
                    </p:grpSpPr>
                    <p:sp>
                      <p:nvSpPr>
                        <p:cNvPr id="49" name="矩形: 圆角 48">
                          <a:extLst>
                            <a:ext uri="{FF2B5EF4-FFF2-40B4-BE49-F238E27FC236}">
                              <a16:creationId xmlns:a16="http://schemas.microsoft.com/office/drawing/2014/main" id="{75A74187-C43F-5961-8E72-14C0A909B7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5224" y="1444075"/>
                          <a:ext cx="2473276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36000" rIns="36000" rtlCol="0" anchor="ctr"/>
                        <a:lstStyle/>
                        <a:p>
                          <a:r>
                            <a:rPr lang="en-US" altLang="zh-CN" sz="9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GenUI</a:t>
                          </a:r>
                          <a:endParaRPr lang="en-US" altLang="zh-CN" sz="9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58" name="矩形: 圆角 57">
                          <a:extLst>
                            <a:ext uri="{FF2B5EF4-FFF2-40B4-BE49-F238E27FC236}">
                              <a16:creationId xmlns:a16="http://schemas.microsoft.com/office/drawing/2014/main" id="{3A3D29A2-AC85-F27F-6E1E-0A1AAFE78C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57490" y="1441547"/>
                          <a:ext cx="360000" cy="205287"/>
                        </a:xfrm>
                        <a:prstGeom prst="round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0" tIns="0" rIns="0" bIns="0" rtlCol="0" anchor="ctr"/>
                        <a:lstStyle/>
                        <a:p>
                          <a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文本</a:t>
                          </a:r>
                        </a:p>
                      </p:txBody>
                    </p:sp>
                  </p:grpSp>
                  <p:grpSp>
                    <p:nvGrpSpPr>
                      <p:cNvPr id="157" name="组合 156">
                        <a:extLst>
                          <a:ext uri="{FF2B5EF4-FFF2-40B4-BE49-F238E27FC236}">
                            <a16:creationId xmlns:a16="http://schemas.microsoft.com/office/drawing/2014/main" id="{04A9144D-F8D9-F24A-10E7-9205477BB49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7490" y="1574221"/>
                        <a:ext cx="2871008" cy="207815"/>
                        <a:chOff x="4757490" y="1831717"/>
                        <a:chExt cx="2871008" cy="207815"/>
                      </a:xfrm>
                    </p:grpSpPr>
                    <p:sp>
                      <p:nvSpPr>
                        <p:cNvPr id="50" name="矩形: 圆角 49">
                          <a:extLst>
                            <a:ext uri="{FF2B5EF4-FFF2-40B4-BE49-F238E27FC236}">
                              <a16:creationId xmlns:a16="http://schemas.microsoft.com/office/drawing/2014/main" id="{2DCD42C0-DF0E-053F-70D5-B127CD4AB2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5223" y="1834245"/>
                          <a:ext cx="2473275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36000" rIns="36000" rtlCol="0" anchor="ctr"/>
                        <a:lstStyle/>
                        <a:p>
                          <a:r>
                            <a:rPr lang="en-US" altLang="zh-CN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TITLEBAR_EVENT</a:t>
                          </a:r>
                        </a:p>
                      </p:txBody>
                    </p:sp>
                    <p:sp>
                      <p:nvSpPr>
                        <p:cNvPr id="59" name="矩形: 圆角 58">
                          <a:extLst>
                            <a:ext uri="{FF2B5EF4-FFF2-40B4-BE49-F238E27FC236}">
                              <a16:creationId xmlns:a16="http://schemas.microsoft.com/office/drawing/2014/main" id="{B05830C1-6FB1-8248-0E4E-A63174190A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57490" y="1831717"/>
                          <a:ext cx="360000" cy="205287"/>
                        </a:xfrm>
                        <a:prstGeom prst="round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0" tIns="0" rIns="0" bIns="0" rtlCol="0" anchor="ctr"/>
                        <a:lstStyle/>
                        <a:p>
                          <a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事件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161" name="组合 160">
                      <a:extLst>
                        <a:ext uri="{FF2B5EF4-FFF2-40B4-BE49-F238E27FC236}">
                          <a16:creationId xmlns:a16="http://schemas.microsoft.com/office/drawing/2014/main" id="{B7F2A489-E368-897E-EE3F-90502F3155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57490" y="1884924"/>
                      <a:ext cx="2870846" cy="1976256"/>
                      <a:chOff x="4757490" y="1884924"/>
                      <a:chExt cx="2870846" cy="1976256"/>
                    </a:xfrm>
                  </p:grpSpPr>
                  <p:grpSp>
                    <p:nvGrpSpPr>
                      <p:cNvPr id="156" name="组合 155">
                        <a:extLst>
                          <a:ext uri="{FF2B5EF4-FFF2-40B4-BE49-F238E27FC236}">
                            <a16:creationId xmlns:a16="http://schemas.microsoft.com/office/drawing/2014/main" id="{2F5A498E-AC44-4706-3547-8E5CB3B909C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7490" y="1884924"/>
                        <a:ext cx="2870844" cy="207814"/>
                        <a:chOff x="4757656" y="2221887"/>
                        <a:chExt cx="2870844" cy="207814"/>
                      </a:xfrm>
                    </p:grpSpPr>
                    <p:grpSp>
                      <p:nvGrpSpPr>
                        <p:cNvPr id="52" name="组合 51">
                          <a:extLst>
                            <a:ext uri="{FF2B5EF4-FFF2-40B4-BE49-F238E27FC236}">
                              <a16:creationId xmlns:a16="http://schemas.microsoft.com/office/drawing/2014/main" id="{06CC81DF-920F-8388-481E-3F186DE1850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155224" y="2224414"/>
                          <a:ext cx="2473276" cy="205287"/>
                          <a:chOff x="5840075" y="772855"/>
                          <a:chExt cx="2473276" cy="205287"/>
                        </a:xfrm>
                      </p:grpSpPr>
                      <p:sp>
                        <p:nvSpPr>
                          <p:cNvPr id="53" name="矩形: 圆角 52">
                            <a:extLst>
                              <a:ext uri="{FF2B5EF4-FFF2-40B4-BE49-F238E27FC236}">
                                <a16:creationId xmlns:a16="http://schemas.microsoft.com/office/drawing/2014/main" id="{DC11B2F7-45A8-9889-4F83-300FE81F760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40075" y="772855"/>
                            <a:ext cx="2473276" cy="205287"/>
                          </a:xfrm>
                          <a:prstGeom prst="roundRect">
                            <a:avLst/>
                          </a:prstGeom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lIns="36000" rIns="36000" rtlCol="0" anchor="ctr"/>
                          <a:lstStyle/>
                          <a:p>
                            <a:r>
                              <a:rPr lang="zh-CN" altLang="en-US" sz="900" dirty="0">
                                <a:latin typeface="微软雅黑" panose="020B0503020204020204" pitchFamily="34" charset="-122"/>
                                <a:ea typeface="微软雅黑" panose="020B0503020204020204" pitchFamily="34" charset="-122"/>
                              </a:rPr>
                              <a:t>高度</a:t>
                            </a:r>
                            <a:endParaRPr lang="en-US" altLang="zh-CN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endParaRPr>
                          </a:p>
                        </p:txBody>
                      </p:sp>
                      <p:sp>
                        <p:nvSpPr>
                          <p:cNvPr id="54" name="等腰三角形 53">
                            <a:extLst>
                              <a:ext uri="{FF2B5EF4-FFF2-40B4-BE49-F238E27FC236}">
                                <a16:creationId xmlns:a16="http://schemas.microsoft.com/office/drawing/2014/main" id="{32BBFA9B-ABDF-8E1B-9D94-C83774B7F2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 rot="10800000">
                            <a:off x="8188743" y="835401"/>
                            <a:ext cx="91635" cy="80195"/>
                          </a:xfrm>
                          <a:prstGeom prst="triangle">
                            <a:avLst/>
                          </a:prstGeom>
                          <a:solidFill>
                            <a:schemeClr val="bg1">
                              <a:lumMod val="75000"/>
                            </a:schemeClr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 sz="9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endParaRPr>
                          </a:p>
                        </p:txBody>
                      </p:sp>
                    </p:grpSp>
                    <p:sp>
                      <p:nvSpPr>
                        <p:cNvPr id="60" name="矩形: 圆角 59">
                          <a:extLst>
                            <a:ext uri="{FF2B5EF4-FFF2-40B4-BE49-F238E27FC236}">
                              <a16:creationId xmlns:a16="http://schemas.microsoft.com/office/drawing/2014/main" id="{C4266780-BF25-5696-75F2-988FABA876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57656" y="2221887"/>
                          <a:ext cx="360000" cy="205287"/>
                        </a:xfrm>
                        <a:prstGeom prst="round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0" tIns="0" rIns="0" bIns="0" rtlCol="0" anchor="ctr"/>
                        <a:lstStyle/>
                        <a:p>
                          <a:r>
                            <a:rPr lang="zh-CN" altLang="en-US" sz="1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尺寸</a:t>
                          </a:r>
                        </a:p>
                      </p:txBody>
                    </p:sp>
                  </p:grpSp>
                  <p:grpSp>
                    <p:nvGrpSpPr>
                      <p:cNvPr id="155" name="组合 154">
                        <a:extLst>
                          <a:ext uri="{FF2B5EF4-FFF2-40B4-BE49-F238E27FC236}">
                            <a16:creationId xmlns:a16="http://schemas.microsoft.com/office/drawing/2014/main" id="{2FD8FE62-3AF7-0886-F443-13A51FBDCBB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57490" y="2191789"/>
                        <a:ext cx="2870846" cy="1669391"/>
                        <a:chOff x="4680147" y="556905"/>
                        <a:chExt cx="2870846" cy="1669391"/>
                      </a:xfrm>
                    </p:grpSpPr>
                    <p:sp>
                      <p:nvSpPr>
                        <p:cNvPr id="152" name="矩形: 圆角 151">
                          <a:extLst>
                            <a:ext uri="{FF2B5EF4-FFF2-40B4-BE49-F238E27FC236}">
                              <a16:creationId xmlns:a16="http://schemas.microsoft.com/office/drawing/2014/main" id="{1C334F20-6828-2432-B404-E5FD03B760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680147" y="556905"/>
                          <a:ext cx="2870846" cy="1669391"/>
                        </a:xfrm>
                        <a:prstGeom prst="roundRect">
                          <a:avLst>
                            <a:gd name="adj" fmla="val 1921"/>
                          </a:avLst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63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prstDash val="solid"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grpSp>
                      <p:nvGrpSpPr>
                        <p:cNvPr id="154" name="组合 153">
                          <a:extLst>
                            <a:ext uri="{FF2B5EF4-FFF2-40B4-BE49-F238E27FC236}">
                              <a16:creationId xmlns:a16="http://schemas.microsoft.com/office/drawing/2014/main" id="{36BF9448-E924-01F3-D2F1-279C61FD64B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70165" y="661207"/>
                          <a:ext cx="2707867" cy="1419730"/>
                          <a:chOff x="4830510" y="661207"/>
                          <a:chExt cx="2707867" cy="1419730"/>
                        </a:xfrm>
                      </p:grpSpPr>
                      <p:grpSp>
                        <p:nvGrpSpPr>
                          <p:cNvPr id="153" name="组合 152">
                            <a:extLst>
                              <a:ext uri="{FF2B5EF4-FFF2-40B4-BE49-F238E27FC236}">
                                <a16:creationId xmlns:a16="http://schemas.microsoft.com/office/drawing/2014/main" id="{58E2DF00-273D-BF8C-D45B-00F39C1A5B7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830510" y="661207"/>
                            <a:ext cx="2702036" cy="1120050"/>
                            <a:chOff x="4830510" y="661207"/>
                            <a:chExt cx="2702036" cy="1120050"/>
                          </a:xfrm>
                        </p:grpSpPr>
                        <p:grpSp>
                          <p:nvGrpSpPr>
                            <p:cNvPr id="112" name="组合 111">
                              <a:extLst>
                                <a:ext uri="{FF2B5EF4-FFF2-40B4-BE49-F238E27FC236}">
                                  <a16:creationId xmlns:a16="http://schemas.microsoft.com/office/drawing/2014/main" id="{C4110E48-A6F8-1A47-FE32-B13407C76CF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830510" y="661207"/>
                              <a:ext cx="2702036" cy="209219"/>
                              <a:chOff x="5191356" y="2640218"/>
                              <a:chExt cx="2702036" cy="209219"/>
                            </a:xfrm>
                          </p:grpSpPr>
                          <p:grpSp>
                            <p:nvGrpSpPr>
                              <p:cNvPr id="80" name="组合 79">
                                <a:extLst>
                                  <a:ext uri="{FF2B5EF4-FFF2-40B4-BE49-F238E27FC236}">
                                    <a16:creationId xmlns:a16="http://schemas.microsoft.com/office/drawing/2014/main" id="{AB9DAB86-C982-8B2E-3629-B4DE58F23B0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191356" y="2640218"/>
                                <a:ext cx="1262517" cy="205287"/>
                                <a:chOff x="5191356" y="2640218"/>
                                <a:chExt cx="1262517" cy="205287"/>
                              </a:xfrm>
                            </p:grpSpPr>
                            <p:sp>
                              <p:nvSpPr>
                                <p:cNvPr id="74" name="矩形: 圆角 73">
                                  <a:extLst>
                                    <a:ext uri="{FF2B5EF4-FFF2-40B4-BE49-F238E27FC236}">
                                      <a16:creationId xmlns:a16="http://schemas.microsoft.com/office/drawing/2014/main" id="{0CE3E10A-623C-5CDD-9C63-39D2E7E7BF4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191356" y="2640218"/>
                                  <a:ext cx="360000" cy="2052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635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36000" rIns="36000" rtlCol="0" anchor="ctr"/>
                                <a:lstStyle/>
                                <a:p>
                                  <a:pPr algn="ctr"/>
                                  <a:r>
                                    <a:rPr lang="en-US" altLang="zh-CN" sz="9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1.0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78" name="矩形: 圆角 77">
                                  <a:extLst>
                                    <a:ext uri="{FF2B5EF4-FFF2-40B4-BE49-F238E27FC236}">
                                      <a16:creationId xmlns:a16="http://schemas.microsoft.com/office/drawing/2014/main" id="{192D9008-90E7-933C-4D50-FDCDD4CCAA5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588924" y="2640218"/>
                                  <a:ext cx="864949" cy="205287"/>
                                </a:xfrm>
                                <a:prstGeom prst="round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0" tIns="0" rIns="0" bIns="0" rtlCol="0" anchor="ctr"/>
                                <a:lstStyle/>
                                <a:p>
                                  <a:pPr algn="r"/>
                                  <a:r>
                                    <a:rPr lang="zh-CN" altLang="en-US" sz="12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倍 屏幕宽度</a:t>
                                  </a:r>
                                </a:p>
                              </p:txBody>
                            </p:sp>
                          </p:grpSp>
                          <p:grpSp>
                            <p:nvGrpSpPr>
                              <p:cNvPr id="81" name="组合 80">
                                <a:extLst>
                                  <a:ext uri="{FF2B5EF4-FFF2-40B4-BE49-F238E27FC236}">
                                    <a16:creationId xmlns:a16="http://schemas.microsoft.com/office/drawing/2014/main" id="{E0B88D18-8E89-017F-C443-AF0D6CFA7C6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6630875" y="2644150"/>
                                <a:ext cx="1262517" cy="205287"/>
                                <a:chOff x="5191356" y="2640218"/>
                                <a:chExt cx="1262517" cy="205287"/>
                              </a:xfrm>
                            </p:grpSpPr>
                            <p:sp>
                              <p:nvSpPr>
                                <p:cNvPr id="110" name="矩形: 圆角 109">
                                  <a:extLst>
                                    <a:ext uri="{FF2B5EF4-FFF2-40B4-BE49-F238E27FC236}">
                                      <a16:creationId xmlns:a16="http://schemas.microsoft.com/office/drawing/2014/main" id="{71946994-6F50-9D13-FBA5-16D5D17BA9C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191356" y="2640218"/>
                                  <a:ext cx="360000" cy="2052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635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36000" rIns="36000" rtlCol="0" anchor="ctr"/>
                                <a:lstStyle/>
                                <a:p>
                                  <a:pPr algn="ctr"/>
                                  <a:r>
                                    <a:rPr lang="en-US" altLang="zh-CN" sz="9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1.0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11" name="矩形: 圆角 110">
                                  <a:extLst>
                                    <a:ext uri="{FF2B5EF4-FFF2-40B4-BE49-F238E27FC236}">
                                      <a16:creationId xmlns:a16="http://schemas.microsoft.com/office/drawing/2014/main" id="{70823BF2-0D0A-7B57-E7C3-5907EADF42D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588924" y="2640218"/>
                                  <a:ext cx="864949" cy="205287"/>
                                </a:xfrm>
                                <a:prstGeom prst="round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0" tIns="0" rIns="0" bIns="0" rtlCol="0" anchor="ctr"/>
                                <a:lstStyle/>
                                <a:p>
                                  <a:pPr algn="r"/>
                                  <a:r>
                                    <a:rPr lang="zh-CN" altLang="en-US" sz="12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倍 屏幕高度</a:t>
                                  </a:r>
                                </a:p>
                              </p:txBody>
                            </p:sp>
                          </p:grpSp>
                        </p:grpSp>
                        <p:grpSp>
                          <p:nvGrpSpPr>
                            <p:cNvPr id="113" name="组合 112">
                              <a:extLst>
                                <a:ext uri="{FF2B5EF4-FFF2-40B4-BE49-F238E27FC236}">
                                  <a16:creationId xmlns:a16="http://schemas.microsoft.com/office/drawing/2014/main" id="{E8AAC183-6F48-16A6-3925-B35C353DAA0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830510" y="964817"/>
                              <a:ext cx="2702036" cy="209219"/>
                              <a:chOff x="5191356" y="2640218"/>
                              <a:chExt cx="2702036" cy="209219"/>
                            </a:xfrm>
                          </p:grpSpPr>
                          <p:grpSp>
                            <p:nvGrpSpPr>
                              <p:cNvPr id="114" name="组合 113">
                                <a:extLst>
                                  <a:ext uri="{FF2B5EF4-FFF2-40B4-BE49-F238E27FC236}">
                                    <a16:creationId xmlns:a16="http://schemas.microsoft.com/office/drawing/2014/main" id="{5E207B61-2F78-D966-9213-58EBBE2C9D5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191356" y="2640218"/>
                                <a:ext cx="1262517" cy="205287"/>
                                <a:chOff x="5191356" y="2640218"/>
                                <a:chExt cx="1262517" cy="205287"/>
                              </a:xfrm>
                            </p:grpSpPr>
                            <p:sp>
                              <p:nvSpPr>
                                <p:cNvPr id="118" name="矩形: 圆角 117">
                                  <a:extLst>
                                    <a:ext uri="{FF2B5EF4-FFF2-40B4-BE49-F238E27FC236}">
                                      <a16:creationId xmlns:a16="http://schemas.microsoft.com/office/drawing/2014/main" id="{5DC1AF2C-8D3E-F437-1EA4-AAF38AAF63F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191356" y="2640218"/>
                                  <a:ext cx="360000" cy="2052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635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36000" rIns="36000" rtlCol="0" anchor="ctr"/>
                                <a:lstStyle/>
                                <a:p>
                                  <a:pPr algn="ctr"/>
                                  <a:r>
                                    <a:rPr lang="en-US" altLang="zh-CN" sz="9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1.0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19" name="矩形: 圆角 118">
                                  <a:extLst>
                                    <a:ext uri="{FF2B5EF4-FFF2-40B4-BE49-F238E27FC236}">
                                      <a16:creationId xmlns:a16="http://schemas.microsoft.com/office/drawing/2014/main" id="{B3228A57-D8C6-46DE-DFA6-B77255840C6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588924" y="2640218"/>
                                  <a:ext cx="864949" cy="205287"/>
                                </a:xfrm>
                                <a:prstGeom prst="round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0" tIns="0" rIns="0" bIns="0" rtlCol="0" anchor="ctr"/>
                                <a:lstStyle/>
                                <a:p>
                                  <a:pPr algn="r"/>
                                  <a:r>
                                    <a:rPr lang="zh-CN" altLang="en-US" sz="12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倍 窗口宽度</a:t>
                                  </a:r>
                                </a:p>
                              </p:txBody>
                            </p:sp>
                          </p:grpSp>
                          <p:grpSp>
                            <p:nvGrpSpPr>
                              <p:cNvPr id="115" name="组合 114">
                                <a:extLst>
                                  <a:ext uri="{FF2B5EF4-FFF2-40B4-BE49-F238E27FC236}">
                                    <a16:creationId xmlns:a16="http://schemas.microsoft.com/office/drawing/2014/main" id="{448F965E-9A8A-ED59-2C7C-65A4F999128C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6630875" y="2644150"/>
                                <a:ext cx="1262517" cy="205287"/>
                                <a:chOff x="5191356" y="2640218"/>
                                <a:chExt cx="1262517" cy="205287"/>
                              </a:xfrm>
                            </p:grpSpPr>
                            <p:sp>
                              <p:nvSpPr>
                                <p:cNvPr id="116" name="矩形: 圆角 115">
                                  <a:extLst>
                                    <a:ext uri="{FF2B5EF4-FFF2-40B4-BE49-F238E27FC236}">
                                      <a16:creationId xmlns:a16="http://schemas.microsoft.com/office/drawing/2014/main" id="{E0ED2663-8726-EA7D-9C7B-501126E14DF4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191356" y="2640218"/>
                                  <a:ext cx="360000" cy="2052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635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36000" rIns="36000" rtlCol="0" anchor="ctr"/>
                                <a:lstStyle/>
                                <a:p>
                                  <a:pPr algn="ctr"/>
                                  <a:r>
                                    <a:rPr lang="en-US" altLang="zh-CN" sz="9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1.0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17" name="矩形: 圆角 116">
                                  <a:extLst>
                                    <a:ext uri="{FF2B5EF4-FFF2-40B4-BE49-F238E27FC236}">
                                      <a16:creationId xmlns:a16="http://schemas.microsoft.com/office/drawing/2014/main" id="{8FD88E86-F464-5A38-8686-516F5C83590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588924" y="2640218"/>
                                  <a:ext cx="864949" cy="205287"/>
                                </a:xfrm>
                                <a:prstGeom prst="round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0" tIns="0" rIns="0" bIns="0" rtlCol="0" anchor="ctr"/>
                                <a:lstStyle/>
                                <a:p>
                                  <a:pPr algn="r"/>
                                  <a:r>
                                    <a:rPr lang="zh-CN" altLang="en-US" sz="12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倍 窗口高度</a:t>
                                  </a:r>
                                </a:p>
                              </p:txBody>
                            </p:sp>
                          </p:grpSp>
                        </p:grpSp>
                        <p:grpSp>
                          <p:nvGrpSpPr>
                            <p:cNvPr id="120" name="组合 119">
                              <a:extLst>
                                <a:ext uri="{FF2B5EF4-FFF2-40B4-BE49-F238E27FC236}">
                                  <a16:creationId xmlns:a16="http://schemas.microsoft.com/office/drawing/2014/main" id="{C0546396-50C4-AF3C-F935-2ED3824EA69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830510" y="1268427"/>
                              <a:ext cx="2702036" cy="209219"/>
                              <a:chOff x="5191356" y="2640218"/>
                              <a:chExt cx="2702036" cy="209219"/>
                            </a:xfrm>
                          </p:grpSpPr>
                          <p:grpSp>
                            <p:nvGrpSpPr>
                              <p:cNvPr id="121" name="组合 120">
                                <a:extLst>
                                  <a:ext uri="{FF2B5EF4-FFF2-40B4-BE49-F238E27FC236}">
                                    <a16:creationId xmlns:a16="http://schemas.microsoft.com/office/drawing/2014/main" id="{A16EF447-FB00-B97A-5C3B-556A1FF64121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191356" y="2640218"/>
                                <a:ext cx="1262517" cy="205287"/>
                                <a:chOff x="5191356" y="2640218"/>
                                <a:chExt cx="1262517" cy="205287"/>
                              </a:xfrm>
                            </p:grpSpPr>
                            <p:sp>
                              <p:nvSpPr>
                                <p:cNvPr id="125" name="矩形: 圆角 124">
                                  <a:extLst>
                                    <a:ext uri="{FF2B5EF4-FFF2-40B4-BE49-F238E27FC236}">
                                      <a16:creationId xmlns:a16="http://schemas.microsoft.com/office/drawing/2014/main" id="{A437CCD0-BD23-4C8B-5460-FB9C605DB3E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191356" y="2640218"/>
                                  <a:ext cx="360000" cy="2052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635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36000" rIns="36000" rtlCol="0" anchor="ctr"/>
                                <a:lstStyle/>
                                <a:p>
                                  <a:pPr algn="ctr"/>
                                  <a:r>
                                    <a:rPr lang="en-US" altLang="zh-CN" sz="9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1.0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26" name="矩形: 圆角 125">
                                  <a:extLst>
                                    <a:ext uri="{FF2B5EF4-FFF2-40B4-BE49-F238E27FC236}">
                                      <a16:creationId xmlns:a16="http://schemas.microsoft.com/office/drawing/2014/main" id="{BCDA6534-CF9F-3673-8BC7-29A1FF2F9A2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588924" y="2640218"/>
                                  <a:ext cx="864949" cy="205287"/>
                                </a:xfrm>
                                <a:prstGeom prst="round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0" tIns="0" rIns="0" bIns="0" rtlCol="0" anchor="ctr"/>
                                <a:lstStyle/>
                                <a:p>
                                  <a:pPr algn="r"/>
                                  <a:r>
                                    <a:rPr lang="zh-CN" altLang="en-US" sz="12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倍 控件高度</a:t>
                                  </a:r>
                                </a:p>
                              </p:txBody>
                            </p:sp>
                          </p:grpSp>
                          <p:grpSp>
                            <p:nvGrpSpPr>
                              <p:cNvPr id="122" name="组合 121">
                                <a:extLst>
                                  <a:ext uri="{FF2B5EF4-FFF2-40B4-BE49-F238E27FC236}">
                                    <a16:creationId xmlns:a16="http://schemas.microsoft.com/office/drawing/2014/main" id="{017ED5C2-BD1A-C6C4-E38A-D34AD0766FF7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6630875" y="2644150"/>
                                <a:ext cx="1262517" cy="205287"/>
                                <a:chOff x="5191356" y="2640218"/>
                                <a:chExt cx="1262517" cy="205287"/>
                              </a:xfrm>
                            </p:grpSpPr>
                            <p:sp>
                              <p:nvSpPr>
                                <p:cNvPr id="123" name="矩形: 圆角 122">
                                  <a:extLst>
                                    <a:ext uri="{FF2B5EF4-FFF2-40B4-BE49-F238E27FC236}">
                                      <a16:creationId xmlns:a16="http://schemas.microsoft.com/office/drawing/2014/main" id="{F025AE0D-8B19-8322-F754-7B0C1F92B64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191356" y="2640218"/>
                                  <a:ext cx="360000" cy="2052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635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36000" rIns="36000" rtlCol="0" anchor="ctr"/>
                                <a:lstStyle/>
                                <a:p>
                                  <a:pPr algn="ctr"/>
                                  <a:r>
                                    <a:rPr lang="en-US" altLang="zh-CN" sz="9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1.0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24" name="矩形: 圆角 123">
                                  <a:extLst>
                                    <a:ext uri="{FF2B5EF4-FFF2-40B4-BE49-F238E27FC236}">
                                      <a16:creationId xmlns:a16="http://schemas.microsoft.com/office/drawing/2014/main" id="{94655C70-7DFA-29AB-D116-DA6B92043C55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588924" y="2640218"/>
                                  <a:ext cx="864949" cy="205287"/>
                                </a:xfrm>
                                <a:prstGeom prst="round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0" tIns="0" rIns="0" bIns="0" rtlCol="0" anchor="ctr"/>
                                <a:lstStyle/>
                                <a:p>
                                  <a:pPr algn="r"/>
                                  <a:r>
                                    <a:rPr lang="zh-CN" altLang="en-US" sz="12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倍 字体大小</a:t>
                                  </a:r>
                                </a:p>
                              </p:txBody>
                            </p:sp>
                          </p:grpSp>
                        </p:grpSp>
                        <p:grpSp>
                          <p:nvGrpSpPr>
                            <p:cNvPr id="127" name="组合 126">
                              <a:extLst>
                                <a:ext uri="{FF2B5EF4-FFF2-40B4-BE49-F238E27FC236}">
                                  <a16:creationId xmlns:a16="http://schemas.microsoft.com/office/drawing/2014/main" id="{7D8493CE-8B13-D0E1-8865-0500B8861FF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830510" y="1572038"/>
                              <a:ext cx="2702036" cy="209219"/>
                              <a:chOff x="5191356" y="2640218"/>
                              <a:chExt cx="2702036" cy="209219"/>
                            </a:xfrm>
                          </p:grpSpPr>
                          <p:grpSp>
                            <p:nvGrpSpPr>
                              <p:cNvPr id="128" name="组合 127">
                                <a:extLst>
                                  <a:ext uri="{FF2B5EF4-FFF2-40B4-BE49-F238E27FC236}">
                                    <a16:creationId xmlns:a16="http://schemas.microsoft.com/office/drawing/2014/main" id="{ADA9AFD3-3410-8E9A-3B32-F7519F36A4F2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5191356" y="2640218"/>
                                <a:ext cx="1262517" cy="205287"/>
                                <a:chOff x="5191356" y="2640218"/>
                                <a:chExt cx="1262517" cy="205287"/>
                              </a:xfrm>
                            </p:grpSpPr>
                            <p:sp>
                              <p:nvSpPr>
                                <p:cNvPr id="132" name="矩形: 圆角 131">
                                  <a:extLst>
                                    <a:ext uri="{FF2B5EF4-FFF2-40B4-BE49-F238E27FC236}">
                                      <a16:creationId xmlns:a16="http://schemas.microsoft.com/office/drawing/2014/main" id="{70A46E3A-7D77-E4B3-182E-7850C50AF44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191356" y="2640218"/>
                                  <a:ext cx="360000" cy="2052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635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36000" rIns="36000" rtlCol="0" anchor="ctr"/>
                                <a:lstStyle/>
                                <a:p>
                                  <a:pPr algn="ctr"/>
                                  <a:r>
                                    <a:rPr lang="en-US" altLang="zh-CN" sz="9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1.0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34" name="矩形: 圆角 133">
                                  <a:extLst>
                                    <a:ext uri="{FF2B5EF4-FFF2-40B4-BE49-F238E27FC236}">
                                      <a16:creationId xmlns:a16="http://schemas.microsoft.com/office/drawing/2014/main" id="{D9B75E3B-75D3-E39F-3430-6511BFBCBCF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588924" y="2640218"/>
                                  <a:ext cx="864949" cy="205287"/>
                                </a:xfrm>
                                <a:prstGeom prst="round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0" tIns="0" rIns="0" bIns="0" rtlCol="0" anchor="ctr"/>
                                <a:lstStyle/>
                                <a:p>
                                  <a:pPr algn="r"/>
                                  <a:r>
                                    <a:rPr lang="zh-CN" altLang="en-US" sz="12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倍 控件间距</a:t>
                                  </a:r>
                                </a:p>
                              </p:txBody>
                            </p:sp>
                          </p:grpSp>
                          <p:grpSp>
                            <p:nvGrpSpPr>
                              <p:cNvPr id="129" name="组合 128">
                                <a:extLst>
                                  <a:ext uri="{FF2B5EF4-FFF2-40B4-BE49-F238E27FC236}">
                                    <a16:creationId xmlns:a16="http://schemas.microsoft.com/office/drawing/2014/main" id="{9692151E-7F1B-D706-C5BC-D5F8B652A6F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6630875" y="2644150"/>
                                <a:ext cx="1262517" cy="205287"/>
                                <a:chOff x="5191356" y="2640218"/>
                                <a:chExt cx="1262517" cy="205287"/>
                              </a:xfrm>
                            </p:grpSpPr>
                            <p:sp>
                              <p:nvSpPr>
                                <p:cNvPr id="130" name="矩形: 圆角 129">
                                  <a:extLst>
                                    <a:ext uri="{FF2B5EF4-FFF2-40B4-BE49-F238E27FC236}">
                                      <a16:creationId xmlns:a16="http://schemas.microsoft.com/office/drawing/2014/main" id="{462F7B56-7E71-BFE7-1E6A-EDC67333E48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191356" y="2640218"/>
                                  <a:ext cx="360000" cy="205287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n w="635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36000" rIns="36000" rtlCol="0" anchor="ctr"/>
                                <a:lstStyle/>
                                <a:p>
                                  <a:pPr algn="ctr"/>
                                  <a:r>
                                    <a:rPr lang="en-US" altLang="zh-CN" sz="9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1.0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131" name="矩形: 圆角 130">
                                  <a:extLst>
                                    <a:ext uri="{FF2B5EF4-FFF2-40B4-BE49-F238E27FC236}">
                                      <a16:creationId xmlns:a16="http://schemas.microsoft.com/office/drawing/2014/main" id="{C7625B01-B599-D4C5-1163-C8D716B5472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588924" y="2640218"/>
                                  <a:ext cx="864949" cy="205287"/>
                                </a:xfrm>
                                <a:prstGeom prst="round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lIns="0" tIns="0" rIns="0" bIns="0" rtlCol="0" anchor="ctr"/>
                                <a:lstStyle/>
                                <a:p>
                                  <a:pPr algn="r"/>
                                  <a:r>
                                    <a:rPr lang="zh-CN" altLang="en-US" sz="1200" dirty="0"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a:t>倍 内部边距</a:t>
                                  </a:r>
                                </a:p>
                              </p:txBody>
                            </p:sp>
                          </p:grpSp>
                        </p:grpSp>
                      </p:grpSp>
                      <p:grpSp>
                        <p:nvGrpSpPr>
                          <p:cNvPr id="150" name="组合 149">
                            <a:extLst>
                              <a:ext uri="{FF2B5EF4-FFF2-40B4-BE49-F238E27FC236}">
                                <a16:creationId xmlns:a16="http://schemas.microsoft.com/office/drawing/2014/main" id="{C96CC9D9-2AE6-8A71-9260-E840981600B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830510" y="1875649"/>
                            <a:ext cx="2707867" cy="205288"/>
                            <a:chOff x="4830510" y="3796838"/>
                            <a:chExt cx="2707867" cy="205288"/>
                          </a:xfrm>
                        </p:grpSpPr>
                        <p:sp>
                          <p:nvSpPr>
                            <p:cNvPr id="145" name="矩形: 圆角 144">
                              <a:extLst>
                                <a:ext uri="{FF2B5EF4-FFF2-40B4-BE49-F238E27FC236}">
                                  <a16:creationId xmlns:a16="http://schemas.microsoft.com/office/drawing/2014/main" id="{080877A4-1A0F-A11A-6BEF-6548E9A9E6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30510" y="3796839"/>
                              <a:ext cx="360000" cy="205287"/>
                            </a:xfrm>
                            <a:prstGeom prst="round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635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36000" rIns="36000" rtlCol="0" anchor="ctr"/>
                            <a:lstStyle/>
                            <a:p>
                              <a:pPr algn="ctr"/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1.0</a:t>
                              </a:r>
                            </a:p>
                          </p:txBody>
                        </p:sp>
                        <p:sp>
                          <p:nvSpPr>
                            <p:cNvPr id="146" name="矩形: 圆角 145">
                              <a:extLst>
                                <a:ext uri="{FF2B5EF4-FFF2-40B4-BE49-F238E27FC236}">
                                  <a16:creationId xmlns:a16="http://schemas.microsoft.com/office/drawing/2014/main" id="{74720DA5-AEB9-2763-6A5C-9B925E3A98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553387" y="3796839"/>
                              <a:ext cx="984990" cy="205287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0" tIns="0" rIns="0" bIns="0" rtlCol="0" anchor="ctr"/>
                            <a:lstStyle/>
                            <a:p>
                              <a:pPr algn="r"/>
                              <a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固定偏移</a:t>
                              </a:r>
                            </a:p>
                          </p:txBody>
                        </p:sp>
                        <p:sp>
                          <p:nvSpPr>
                            <p:cNvPr id="149" name="矩形: 圆角 148">
                              <a:extLst>
                                <a:ext uri="{FF2B5EF4-FFF2-40B4-BE49-F238E27FC236}">
                                  <a16:creationId xmlns:a16="http://schemas.microsoft.com/office/drawing/2014/main" id="{7F7776FF-B5E5-DB3D-48BF-57364763539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228078" y="3796838"/>
                              <a:ext cx="360000" cy="205287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0" tIns="0" rIns="0" bIns="0" rtlCol="0" anchor="ctr"/>
                            <a:lstStyle/>
                            <a:p>
                              <a:pPr algn="r"/>
                              <a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像素</a:t>
                              </a:r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</p:grpSp>
          <p:grpSp>
            <p:nvGrpSpPr>
              <p:cNvPr id="204" name="组合 203">
                <a:extLst>
                  <a:ext uri="{FF2B5EF4-FFF2-40B4-BE49-F238E27FC236}">
                    <a16:creationId xmlns:a16="http://schemas.microsoft.com/office/drawing/2014/main" id="{973508C4-6E5C-DCF1-CF3D-8EAAD2FA03AD}"/>
                  </a:ext>
                </a:extLst>
              </p:cNvPr>
              <p:cNvGrpSpPr/>
              <p:nvPr/>
            </p:nvGrpSpPr>
            <p:grpSpPr>
              <a:xfrm>
                <a:off x="281572" y="1095698"/>
                <a:ext cx="5457338" cy="1976255"/>
                <a:chOff x="281572" y="1095698"/>
                <a:chExt cx="5457338" cy="1976255"/>
              </a:xfrm>
            </p:grpSpPr>
            <p:grpSp>
              <p:nvGrpSpPr>
                <p:cNvPr id="164" name="组合 163">
                  <a:extLst>
                    <a:ext uri="{FF2B5EF4-FFF2-40B4-BE49-F238E27FC236}">
                      <a16:creationId xmlns:a16="http://schemas.microsoft.com/office/drawing/2014/main" id="{F52C570C-2921-9E35-0BCB-9BB4AE2D4911}"/>
                    </a:ext>
                  </a:extLst>
                </p:cNvPr>
                <p:cNvGrpSpPr/>
                <p:nvPr/>
              </p:nvGrpSpPr>
              <p:grpSpPr>
                <a:xfrm>
                  <a:off x="2868064" y="1095698"/>
                  <a:ext cx="2870846" cy="1976255"/>
                  <a:chOff x="5945408" y="2361276"/>
                  <a:chExt cx="2870846" cy="1976255"/>
                </a:xfrm>
              </p:grpSpPr>
              <p:sp>
                <p:nvSpPr>
                  <p:cNvPr id="17" name="矩形: 圆角 16">
                    <a:extLst>
                      <a:ext uri="{FF2B5EF4-FFF2-40B4-BE49-F238E27FC236}">
                        <a16:creationId xmlns:a16="http://schemas.microsoft.com/office/drawing/2014/main" id="{744BEA1E-A781-7348-DDDD-247ADE77F2A5}"/>
                      </a:ext>
                    </a:extLst>
                  </p:cNvPr>
                  <p:cNvSpPr/>
                  <p:nvPr/>
                </p:nvSpPr>
                <p:spPr>
                  <a:xfrm>
                    <a:off x="5945408" y="2361276"/>
                    <a:ext cx="2868034" cy="205287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r>
                      <a: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经验参数（各布局独立设置）</a:t>
                    </a:r>
                  </a:p>
                </p:txBody>
              </p:sp>
              <p:grpSp>
                <p:nvGrpSpPr>
                  <p:cNvPr id="151" name="组合 150">
                    <a:extLst>
                      <a:ext uri="{FF2B5EF4-FFF2-40B4-BE49-F238E27FC236}">
                        <a16:creationId xmlns:a16="http://schemas.microsoft.com/office/drawing/2014/main" id="{62007CDB-D39E-77FD-ABBF-ED4BFEAF9059}"/>
                      </a:ext>
                    </a:extLst>
                  </p:cNvPr>
                  <p:cNvGrpSpPr/>
                  <p:nvPr/>
                </p:nvGrpSpPr>
                <p:grpSpPr>
                  <a:xfrm>
                    <a:off x="5945408" y="2668207"/>
                    <a:ext cx="2870846" cy="1669324"/>
                    <a:chOff x="5945408" y="2668207"/>
                    <a:chExt cx="2870846" cy="1669324"/>
                  </a:xfrm>
                </p:grpSpPr>
                <p:grpSp>
                  <p:nvGrpSpPr>
                    <p:cNvPr id="148" name="组合 147">
                      <a:extLst>
                        <a:ext uri="{FF2B5EF4-FFF2-40B4-BE49-F238E27FC236}">
                          <a16:creationId xmlns:a16="http://schemas.microsoft.com/office/drawing/2014/main" id="{28C8B4C9-D569-CE9B-3985-4A690E10C3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45408" y="3268740"/>
                      <a:ext cx="2870846" cy="1068791"/>
                      <a:chOff x="5945408" y="3268740"/>
                      <a:chExt cx="2870846" cy="1068791"/>
                    </a:xfrm>
                  </p:grpSpPr>
                  <p:sp>
                    <p:nvSpPr>
                      <p:cNvPr id="40" name="矩形: 圆角 39">
                        <a:extLst>
                          <a:ext uri="{FF2B5EF4-FFF2-40B4-BE49-F238E27FC236}">
                            <a16:creationId xmlns:a16="http://schemas.microsoft.com/office/drawing/2014/main" id="{2516FD48-09D1-E6C9-C1FF-DC2F14EEE9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45408" y="3268740"/>
                        <a:ext cx="2870846" cy="1068791"/>
                      </a:xfrm>
                      <a:prstGeom prst="roundRect">
                        <a:avLst>
                          <a:gd name="adj" fmla="val 4257"/>
                        </a:avLst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 w="63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grpSp>
                    <p:nvGrpSpPr>
                      <p:cNvPr id="94" name="组合 93">
                        <a:extLst>
                          <a:ext uri="{FF2B5EF4-FFF2-40B4-BE49-F238E27FC236}">
                            <a16:creationId xmlns:a16="http://schemas.microsoft.com/office/drawing/2014/main" id="{66EB830E-2107-BB87-822C-9067D41DD9D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29814" y="3390620"/>
                        <a:ext cx="2702035" cy="825030"/>
                        <a:chOff x="6684967" y="3429000"/>
                        <a:chExt cx="2702035" cy="825030"/>
                      </a:xfrm>
                    </p:grpSpPr>
                    <p:grpSp>
                      <p:nvGrpSpPr>
                        <p:cNvPr id="67" name="组合 66">
                          <a:extLst>
                            <a:ext uri="{FF2B5EF4-FFF2-40B4-BE49-F238E27FC236}">
                              <a16:creationId xmlns:a16="http://schemas.microsoft.com/office/drawing/2014/main" id="{756D75D6-0778-3CC7-CC13-797C49373D6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684967" y="3429000"/>
                          <a:ext cx="2702035" cy="205287"/>
                          <a:chOff x="3683765" y="5511484"/>
                          <a:chExt cx="2702035" cy="205287"/>
                        </a:xfrm>
                      </p:grpSpPr>
                      <p:grpSp>
                        <p:nvGrpSpPr>
                          <p:cNvPr id="63" name="组合 62">
                            <a:extLst>
                              <a:ext uri="{FF2B5EF4-FFF2-40B4-BE49-F238E27FC236}">
                                <a16:creationId xmlns:a16="http://schemas.microsoft.com/office/drawing/2014/main" id="{BA00828B-C055-A55A-6702-1AB2834037B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683765" y="5511484"/>
                            <a:ext cx="1262516" cy="205287"/>
                            <a:chOff x="7996991" y="5002067"/>
                            <a:chExt cx="1262516" cy="205287"/>
                          </a:xfrm>
                        </p:grpSpPr>
                        <p:sp>
                          <p:nvSpPr>
                            <p:cNvPr id="42" name="矩形: 圆角 41">
                              <a:extLst>
                                <a:ext uri="{FF2B5EF4-FFF2-40B4-BE49-F238E27FC236}">
                                  <a16:creationId xmlns:a16="http://schemas.microsoft.com/office/drawing/2014/main" id="{F48F34E5-8697-879A-7C5A-DA75CD04BA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05107" y="5002067"/>
                              <a:ext cx="554400" cy="205287"/>
                            </a:xfrm>
                            <a:prstGeom prst="round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635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36000" rIns="3600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622</a:t>
                              </a:r>
                            </a:p>
                          </p:txBody>
                        </p:sp>
                        <p:sp>
                          <p:nvSpPr>
                            <p:cNvPr id="45" name="矩形: 圆角 44">
                              <a:extLst>
                                <a:ext uri="{FF2B5EF4-FFF2-40B4-BE49-F238E27FC236}">
                                  <a16:creationId xmlns:a16="http://schemas.microsoft.com/office/drawing/2014/main" id="{4220CAC1-55B9-82D4-CBCE-B9C882624E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96991" y="5002067"/>
                              <a:ext cx="639009" cy="205287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0" tIns="0" rIns="0" bIns="0" rtlCol="0" anchor="ctr"/>
                            <a:lstStyle/>
                            <a:p>
                              <a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窗口宽度</a:t>
                              </a:r>
                            </a:p>
                          </p:txBody>
                        </p:sp>
                      </p:grpSp>
                      <p:grpSp>
                        <p:nvGrpSpPr>
                          <p:cNvPr id="64" name="组合 63">
                            <a:extLst>
                              <a:ext uri="{FF2B5EF4-FFF2-40B4-BE49-F238E27FC236}">
                                <a16:creationId xmlns:a16="http://schemas.microsoft.com/office/drawing/2014/main" id="{2415FB17-393B-4CE3-811B-892DC7B8917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123284" y="5511484"/>
                            <a:ext cx="1262516" cy="205287"/>
                            <a:chOff x="7960255" y="5002067"/>
                            <a:chExt cx="1262516" cy="205287"/>
                          </a:xfrm>
                        </p:grpSpPr>
                        <p:sp>
                          <p:nvSpPr>
                            <p:cNvPr id="65" name="矩形: 圆角 64">
                              <a:extLst>
                                <a:ext uri="{FF2B5EF4-FFF2-40B4-BE49-F238E27FC236}">
                                  <a16:creationId xmlns:a16="http://schemas.microsoft.com/office/drawing/2014/main" id="{5D829D2C-948E-9072-7C1F-1CCE50C18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668371" y="5002067"/>
                              <a:ext cx="554400" cy="205287"/>
                            </a:xfrm>
                            <a:prstGeom prst="round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635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36000" rIns="3600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432</a:t>
                              </a:r>
                            </a:p>
                          </p:txBody>
                        </p:sp>
                        <p:sp>
                          <p:nvSpPr>
                            <p:cNvPr id="66" name="矩形: 圆角 65">
                              <a:extLst>
                                <a:ext uri="{FF2B5EF4-FFF2-40B4-BE49-F238E27FC236}">
                                  <a16:creationId xmlns:a16="http://schemas.microsoft.com/office/drawing/2014/main" id="{15812DE2-EC95-735F-1611-FF9841C036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60255" y="5002067"/>
                              <a:ext cx="639009" cy="205287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0" tIns="0" rIns="0" bIns="0" rtlCol="0" anchor="ctr"/>
                            <a:lstStyle/>
                            <a:p>
                              <a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窗口高度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68" name="组合 67">
                          <a:extLst>
                            <a:ext uri="{FF2B5EF4-FFF2-40B4-BE49-F238E27FC236}">
                              <a16:creationId xmlns:a16="http://schemas.microsoft.com/office/drawing/2014/main" id="{CB0B9E07-B5FB-273C-FAD7-BC986DB062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684967" y="3738872"/>
                          <a:ext cx="2702035" cy="205287"/>
                          <a:chOff x="3683765" y="5511484"/>
                          <a:chExt cx="2702035" cy="205287"/>
                        </a:xfrm>
                      </p:grpSpPr>
                      <p:grpSp>
                        <p:nvGrpSpPr>
                          <p:cNvPr id="69" name="组合 68">
                            <a:extLst>
                              <a:ext uri="{FF2B5EF4-FFF2-40B4-BE49-F238E27FC236}">
                                <a16:creationId xmlns:a16="http://schemas.microsoft.com/office/drawing/2014/main" id="{04903C0E-11DD-0D64-52AB-DC2BE33BFB8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683765" y="5511484"/>
                            <a:ext cx="1262516" cy="205287"/>
                            <a:chOff x="7996991" y="5002067"/>
                            <a:chExt cx="1262516" cy="205287"/>
                          </a:xfrm>
                        </p:grpSpPr>
                        <p:sp>
                          <p:nvSpPr>
                            <p:cNvPr id="75" name="矩形: 圆角 74">
                              <a:extLst>
                                <a:ext uri="{FF2B5EF4-FFF2-40B4-BE49-F238E27FC236}">
                                  <a16:creationId xmlns:a16="http://schemas.microsoft.com/office/drawing/2014/main" id="{2249D292-3303-4AF8-27C3-95BA3F74D3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05107" y="5002067"/>
                              <a:ext cx="554400" cy="205287"/>
                            </a:xfrm>
                            <a:prstGeom prst="round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635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36000" rIns="3600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25</a:t>
                              </a:r>
                            </a:p>
                          </p:txBody>
                        </p:sp>
                        <p:sp>
                          <p:nvSpPr>
                            <p:cNvPr id="76" name="矩形: 圆角 75">
                              <a:extLst>
                                <a:ext uri="{FF2B5EF4-FFF2-40B4-BE49-F238E27FC236}">
                                  <a16:creationId xmlns:a16="http://schemas.microsoft.com/office/drawing/2014/main" id="{23E00933-13F7-CF93-9E0D-3692493B4F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96991" y="5002067"/>
                              <a:ext cx="639009" cy="205287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0" tIns="0" rIns="0" bIns="0" rtlCol="0" anchor="ctr"/>
                            <a:lstStyle/>
                            <a:p>
                              <a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控件高度</a:t>
                              </a:r>
                            </a:p>
                          </p:txBody>
                        </p:sp>
                      </p:grpSp>
                      <p:grpSp>
                        <p:nvGrpSpPr>
                          <p:cNvPr id="71" name="组合 70">
                            <a:extLst>
                              <a:ext uri="{FF2B5EF4-FFF2-40B4-BE49-F238E27FC236}">
                                <a16:creationId xmlns:a16="http://schemas.microsoft.com/office/drawing/2014/main" id="{3F974220-7959-C58A-CB5B-D6AF89FFC40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123284" y="5511484"/>
                            <a:ext cx="1262516" cy="205287"/>
                            <a:chOff x="7960255" y="5002067"/>
                            <a:chExt cx="1262516" cy="205287"/>
                          </a:xfrm>
                        </p:grpSpPr>
                        <p:sp>
                          <p:nvSpPr>
                            <p:cNvPr id="72" name="矩形: 圆角 71">
                              <a:extLst>
                                <a:ext uri="{FF2B5EF4-FFF2-40B4-BE49-F238E27FC236}">
                                  <a16:creationId xmlns:a16="http://schemas.microsoft.com/office/drawing/2014/main" id="{8FDAD775-A492-C739-05EB-61C18B061E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668371" y="5002067"/>
                              <a:ext cx="554400" cy="205287"/>
                            </a:xfrm>
                            <a:prstGeom prst="round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635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36000" rIns="3600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17</a:t>
                              </a:r>
                            </a:p>
                          </p:txBody>
                        </p:sp>
                        <p:sp>
                          <p:nvSpPr>
                            <p:cNvPr id="73" name="矩形: 圆角 72">
                              <a:extLst>
                                <a:ext uri="{FF2B5EF4-FFF2-40B4-BE49-F238E27FC236}">
                                  <a16:creationId xmlns:a16="http://schemas.microsoft.com/office/drawing/2014/main" id="{349462D0-E7C0-17A3-1D11-5481B85F0F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60255" y="5002067"/>
                              <a:ext cx="639009" cy="205287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0" tIns="0" rIns="0" bIns="0" rtlCol="0" anchor="ctr"/>
                            <a:lstStyle/>
                            <a:p>
                              <a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字体大小</a:t>
                              </a:r>
                            </a:p>
                          </p:txBody>
                        </p:sp>
                      </p:grpSp>
                    </p:grpSp>
                    <p:grpSp>
                      <p:nvGrpSpPr>
                        <p:cNvPr id="87" name="组合 86">
                          <a:extLst>
                            <a:ext uri="{FF2B5EF4-FFF2-40B4-BE49-F238E27FC236}">
                              <a16:creationId xmlns:a16="http://schemas.microsoft.com/office/drawing/2014/main" id="{FDA1BBF1-8385-60DD-E803-25159AE905D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684967" y="4048743"/>
                          <a:ext cx="2702035" cy="205287"/>
                          <a:chOff x="3683765" y="5511484"/>
                          <a:chExt cx="2702035" cy="205287"/>
                        </a:xfrm>
                      </p:grpSpPr>
                      <p:grpSp>
                        <p:nvGrpSpPr>
                          <p:cNvPr id="88" name="组合 87">
                            <a:extLst>
                              <a:ext uri="{FF2B5EF4-FFF2-40B4-BE49-F238E27FC236}">
                                <a16:creationId xmlns:a16="http://schemas.microsoft.com/office/drawing/2014/main" id="{2140BEB8-11CE-1DF6-B110-CEBD94AC4C4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683765" y="5511484"/>
                            <a:ext cx="1262516" cy="205287"/>
                            <a:chOff x="7996991" y="5002067"/>
                            <a:chExt cx="1262516" cy="205287"/>
                          </a:xfrm>
                        </p:grpSpPr>
                        <p:sp>
                          <p:nvSpPr>
                            <p:cNvPr id="92" name="矩形: 圆角 91">
                              <a:extLst>
                                <a:ext uri="{FF2B5EF4-FFF2-40B4-BE49-F238E27FC236}">
                                  <a16:creationId xmlns:a16="http://schemas.microsoft.com/office/drawing/2014/main" id="{8D694E03-1512-15E5-E77B-4D75543499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05107" y="5002067"/>
                              <a:ext cx="554400" cy="205287"/>
                            </a:xfrm>
                            <a:prstGeom prst="round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635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36000" rIns="3600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10</a:t>
                              </a:r>
                            </a:p>
                          </p:txBody>
                        </p:sp>
                        <p:sp>
                          <p:nvSpPr>
                            <p:cNvPr id="93" name="矩形: 圆角 92">
                              <a:extLst>
                                <a:ext uri="{FF2B5EF4-FFF2-40B4-BE49-F238E27FC236}">
                                  <a16:creationId xmlns:a16="http://schemas.microsoft.com/office/drawing/2014/main" id="{E1034F50-A0FF-3418-644D-75EDD346A12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96991" y="5002067"/>
                              <a:ext cx="639009" cy="205287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0" tIns="0" rIns="0" bIns="0" rtlCol="0" anchor="ctr"/>
                            <a:lstStyle/>
                            <a:p>
                              <a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控件间距</a:t>
                              </a:r>
                            </a:p>
                          </p:txBody>
                        </p:sp>
                      </p:grpSp>
                      <p:grpSp>
                        <p:nvGrpSpPr>
                          <p:cNvPr id="89" name="组合 88">
                            <a:extLst>
                              <a:ext uri="{FF2B5EF4-FFF2-40B4-BE49-F238E27FC236}">
                                <a16:creationId xmlns:a16="http://schemas.microsoft.com/office/drawing/2014/main" id="{5A6E0E89-A651-AA59-F2C8-E59262AAA48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123284" y="5511484"/>
                            <a:ext cx="1262516" cy="205287"/>
                            <a:chOff x="7960255" y="5002067"/>
                            <a:chExt cx="1262516" cy="205287"/>
                          </a:xfrm>
                        </p:grpSpPr>
                        <p:sp>
                          <p:nvSpPr>
                            <p:cNvPr id="90" name="矩形: 圆角 89">
                              <a:extLst>
                                <a:ext uri="{FF2B5EF4-FFF2-40B4-BE49-F238E27FC236}">
                                  <a16:creationId xmlns:a16="http://schemas.microsoft.com/office/drawing/2014/main" id="{3B78343B-4979-7034-FE71-449144E06F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668371" y="5002067"/>
                              <a:ext cx="554400" cy="205287"/>
                            </a:xfrm>
                            <a:prstGeom prst="roundRect">
                              <a:avLst/>
                            </a:prstGeom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n w="635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36000" rIns="36000" rtlCol="0" anchor="ctr"/>
                            <a:lstStyle/>
                            <a:p>
                              <a:r>
                                <a:rPr lang="en-US" altLang="zh-CN" sz="9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4</a:t>
                              </a:r>
                            </a:p>
                          </p:txBody>
                        </p:sp>
                        <p:sp>
                          <p:nvSpPr>
                            <p:cNvPr id="91" name="矩形: 圆角 90">
                              <a:extLst>
                                <a:ext uri="{FF2B5EF4-FFF2-40B4-BE49-F238E27FC236}">
                                  <a16:creationId xmlns:a16="http://schemas.microsoft.com/office/drawing/2014/main" id="{F8B5B176-E304-77C1-8220-BDFDF783AF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60255" y="5002067"/>
                              <a:ext cx="639009" cy="205287"/>
                            </a:xfrm>
                            <a:prstGeom prst="round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lIns="0" tIns="0" rIns="0" bIns="0" rtlCol="0" anchor="ctr"/>
                            <a:lstStyle/>
                            <a:p>
                              <a:r>
                                <a:rPr lang="zh-CN" altLang="en-US" sz="1200" dirty="0"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a:t>内部边距</a:t>
                              </a:r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38" name="组合 137">
                      <a:extLst>
                        <a:ext uri="{FF2B5EF4-FFF2-40B4-BE49-F238E27FC236}">
                          <a16:creationId xmlns:a16="http://schemas.microsoft.com/office/drawing/2014/main" id="{DCAD95D5-1CAD-A8AD-2FBF-AFEE304601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51578" y="2668207"/>
                      <a:ext cx="2864676" cy="206356"/>
                      <a:chOff x="5959911" y="4925988"/>
                      <a:chExt cx="2864676" cy="206356"/>
                    </a:xfrm>
                  </p:grpSpPr>
                  <p:sp>
                    <p:nvSpPr>
                      <p:cNvPr id="38" name="矩形: 圆角 37">
                        <a:extLst>
                          <a:ext uri="{FF2B5EF4-FFF2-40B4-BE49-F238E27FC236}">
                            <a16:creationId xmlns:a16="http://schemas.microsoft.com/office/drawing/2014/main" id="{C02C3E21-7928-15A1-936E-C9C0841647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59911" y="4925988"/>
                        <a:ext cx="360000" cy="205287"/>
                      </a:xfrm>
                      <a:prstGeom prst="round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/>
                      <a:lstStyle/>
                      <a:p>
                        <a:r>
                          <a:rPr lang="zh-CN" altLang="en-US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模式</a:t>
                        </a:r>
                      </a:p>
                    </p:txBody>
                  </p:sp>
                  <p:grpSp>
                    <p:nvGrpSpPr>
                      <p:cNvPr id="100" name="组合 99">
                        <a:extLst>
                          <a:ext uri="{FF2B5EF4-FFF2-40B4-BE49-F238E27FC236}">
                            <a16:creationId xmlns:a16="http://schemas.microsoft.com/office/drawing/2014/main" id="{5A6DC9DE-BC66-EC41-F007-3CEFD266636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351311" y="4927057"/>
                        <a:ext cx="2473276" cy="205287"/>
                        <a:chOff x="7529611" y="1811918"/>
                        <a:chExt cx="2473276" cy="205287"/>
                      </a:xfrm>
                    </p:grpSpPr>
                    <p:sp>
                      <p:nvSpPr>
                        <p:cNvPr id="29" name="矩形: 圆角 28">
                          <a:extLst>
                            <a:ext uri="{FF2B5EF4-FFF2-40B4-BE49-F238E27FC236}">
                              <a16:creationId xmlns:a16="http://schemas.microsoft.com/office/drawing/2014/main" id="{41C8ED06-3512-17A1-2358-6B9D4E3748C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29611" y="1811918"/>
                          <a:ext cx="2473276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36000" rIns="36000" rtlCol="0" anchor="ctr"/>
                        <a:lstStyle/>
                        <a:p>
                          <a:r>
                            <a:rPr lang="en-US" altLang="zh-CN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AUTO_SIZE_BY_SCREEN_HEIGHT</a:t>
                          </a:r>
                        </a:p>
                      </p:txBody>
                    </p:sp>
                    <p:sp>
                      <p:nvSpPr>
                        <p:cNvPr id="99" name="等腰三角形 98">
                          <a:extLst>
                            <a:ext uri="{FF2B5EF4-FFF2-40B4-BE49-F238E27FC236}">
                              <a16:creationId xmlns:a16="http://schemas.microsoft.com/office/drawing/2014/main" id="{4635AB88-BA7B-C4FF-2CE0-6F56A1C904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9872664" y="1875957"/>
                          <a:ext cx="91635" cy="80195"/>
                        </a:xfrm>
                        <a:prstGeom prst="triangle">
                          <a:avLst/>
                        </a:prstGeom>
                        <a:solidFill>
                          <a:schemeClr val="bg1">
                            <a:lumMod val="75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sz="9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37" name="组合 136">
                      <a:extLst>
                        <a:ext uri="{FF2B5EF4-FFF2-40B4-BE49-F238E27FC236}">
                          <a16:creationId xmlns:a16="http://schemas.microsoft.com/office/drawing/2014/main" id="{E20D1C64-ECAA-35BD-6883-0AAEC84037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45408" y="2958869"/>
                      <a:ext cx="2870844" cy="207159"/>
                      <a:chOff x="5953741" y="5216650"/>
                      <a:chExt cx="2870844" cy="207159"/>
                    </a:xfrm>
                  </p:grpSpPr>
                  <p:sp>
                    <p:nvSpPr>
                      <p:cNvPr id="55" name="矩形: 圆角 54">
                        <a:extLst>
                          <a:ext uri="{FF2B5EF4-FFF2-40B4-BE49-F238E27FC236}">
                            <a16:creationId xmlns:a16="http://schemas.microsoft.com/office/drawing/2014/main" id="{C10853F0-E933-5368-F41C-2911E0A5BE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53741" y="5218522"/>
                        <a:ext cx="864949" cy="205287"/>
                      </a:xfrm>
                      <a:prstGeom prst="round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/>
                      <a:lstStyle/>
                      <a:p>
                        <a:r>
                          <a:rPr lang="zh-CN" altLang="en-US" sz="1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单位</a:t>
                        </a:r>
                      </a:p>
                    </p:txBody>
                  </p:sp>
                  <p:grpSp>
                    <p:nvGrpSpPr>
                      <p:cNvPr id="133" name="组合 132">
                        <a:extLst>
                          <a:ext uri="{FF2B5EF4-FFF2-40B4-BE49-F238E27FC236}">
                            <a16:creationId xmlns:a16="http://schemas.microsoft.com/office/drawing/2014/main" id="{C707B539-2403-97DF-06BB-BC84B953BD7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351309" y="5216650"/>
                        <a:ext cx="2473276" cy="205287"/>
                        <a:chOff x="7529611" y="1811918"/>
                        <a:chExt cx="2473276" cy="205287"/>
                      </a:xfrm>
                    </p:grpSpPr>
                    <p:sp>
                      <p:nvSpPr>
                        <p:cNvPr id="135" name="矩形: 圆角 134">
                          <a:extLst>
                            <a:ext uri="{FF2B5EF4-FFF2-40B4-BE49-F238E27FC236}">
                              <a16:creationId xmlns:a16="http://schemas.microsoft.com/office/drawing/2014/main" id="{41DABE00-F5F0-510E-2300-A47A80D4B5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529611" y="1811918"/>
                          <a:ext cx="2473276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36000" rIns="36000" rtlCol="0" anchor="ctr"/>
                        <a:lstStyle/>
                        <a:p>
                          <a:r>
                            <a:rPr lang="zh-CN" altLang="en-US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千分比（比例推导像素）</a:t>
                          </a:r>
                          <a:endParaRPr lang="en-US" altLang="zh-CN" sz="9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  <p:sp>
                      <p:nvSpPr>
                        <p:cNvPr id="136" name="等腰三角形 135">
                          <a:extLst>
                            <a:ext uri="{FF2B5EF4-FFF2-40B4-BE49-F238E27FC236}">
                              <a16:creationId xmlns:a16="http://schemas.microsoft.com/office/drawing/2014/main" id="{7FBE9B06-2D3D-8EE9-8ACC-14C612FB713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9872664" y="1875957"/>
                          <a:ext cx="91635" cy="80195"/>
                        </a:xfrm>
                        <a:prstGeom prst="triangle">
                          <a:avLst/>
                        </a:prstGeom>
                        <a:solidFill>
                          <a:schemeClr val="bg1">
                            <a:lumMod val="75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 sz="9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2" name="组合 201">
                  <a:extLst>
                    <a:ext uri="{FF2B5EF4-FFF2-40B4-BE49-F238E27FC236}">
                      <a16:creationId xmlns:a16="http://schemas.microsoft.com/office/drawing/2014/main" id="{1AC007A4-C7DC-F7F6-498A-4C75D5ABE782}"/>
                    </a:ext>
                  </a:extLst>
                </p:cNvPr>
                <p:cNvGrpSpPr/>
                <p:nvPr/>
              </p:nvGrpSpPr>
              <p:grpSpPr>
                <a:xfrm>
                  <a:off x="281572" y="1095698"/>
                  <a:ext cx="2394739" cy="1976255"/>
                  <a:chOff x="5945407" y="837827"/>
                  <a:chExt cx="2394739" cy="1976255"/>
                </a:xfrm>
              </p:grpSpPr>
              <p:sp>
                <p:nvSpPr>
                  <p:cNvPr id="178" name="矩形: 圆角 177">
                    <a:extLst>
                      <a:ext uri="{FF2B5EF4-FFF2-40B4-BE49-F238E27FC236}">
                        <a16:creationId xmlns:a16="http://schemas.microsoft.com/office/drawing/2014/main" id="{8D214F0E-1041-9F18-02D4-0524D398BC4F}"/>
                      </a:ext>
                    </a:extLst>
                  </p:cNvPr>
                  <p:cNvSpPr/>
                  <p:nvPr/>
                </p:nvSpPr>
                <p:spPr>
                  <a:xfrm>
                    <a:off x="5945407" y="837827"/>
                    <a:ext cx="826477" cy="205287"/>
                  </a:xfrm>
                  <a:prstGeom prst="roundRect">
                    <a:avLst/>
                  </a:prstGeom>
                  <a:no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r>
                      <a: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布局管理</a:t>
                    </a:r>
                  </a:p>
                </p:txBody>
              </p:sp>
              <p:grpSp>
                <p:nvGrpSpPr>
                  <p:cNvPr id="201" name="组合 200">
                    <a:extLst>
                      <a:ext uri="{FF2B5EF4-FFF2-40B4-BE49-F238E27FC236}">
                        <a16:creationId xmlns:a16="http://schemas.microsoft.com/office/drawing/2014/main" id="{7E45B791-CCD6-61A1-9994-AC5D633B2A03}"/>
                      </a:ext>
                    </a:extLst>
                  </p:cNvPr>
                  <p:cNvGrpSpPr/>
                  <p:nvPr/>
                </p:nvGrpSpPr>
                <p:grpSpPr>
                  <a:xfrm>
                    <a:off x="5945407" y="1136995"/>
                    <a:ext cx="2394739" cy="1677087"/>
                    <a:chOff x="5945408" y="1352281"/>
                    <a:chExt cx="2394739" cy="1677087"/>
                  </a:xfrm>
                </p:grpSpPr>
                <p:sp>
                  <p:nvSpPr>
                    <p:cNvPr id="180" name="矩形: 圆角 179">
                      <a:extLst>
                        <a:ext uri="{FF2B5EF4-FFF2-40B4-BE49-F238E27FC236}">
                          <a16:creationId xmlns:a16="http://schemas.microsoft.com/office/drawing/2014/main" id="{38B21B03-B02F-DD8E-5DF4-64871D32E7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5408" y="1352281"/>
                      <a:ext cx="2394739" cy="1677087"/>
                    </a:xfrm>
                    <a:prstGeom prst="roundRect">
                      <a:avLst>
                        <a:gd name="adj" fmla="val 5247"/>
                      </a:avLst>
                    </a:prstGeom>
                    <a:solidFill>
                      <a:schemeClr val="tx1">
                        <a:lumMod val="65000"/>
                        <a:lumOff val="35000"/>
                      </a:schemeClr>
                    </a:solidFill>
                    <a:ln w="635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200" name="组合 199">
                      <a:extLst>
                        <a:ext uri="{FF2B5EF4-FFF2-40B4-BE49-F238E27FC236}">
                          <a16:creationId xmlns:a16="http://schemas.microsoft.com/office/drawing/2014/main" id="{F2DEABD0-80B6-E1CF-1B73-40AB730EFF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029814" y="1460038"/>
                      <a:ext cx="2229422" cy="813990"/>
                      <a:chOff x="6067934" y="1137559"/>
                      <a:chExt cx="2229422" cy="813990"/>
                    </a:xfrm>
                  </p:grpSpPr>
                  <p:grpSp>
                    <p:nvGrpSpPr>
                      <p:cNvPr id="189" name="组合 188">
                        <a:extLst>
                          <a:ext uri="{FF2B5EF4-FFF2-40B4-BE49-F238E27FC236}">
                            <a16:creationId xmlns:a16="http://schemas.microsoft.com/office/drawing/2014/main" id="{D8C7FA59-234D-A7B0-5BE2-DC26CC1EEC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67934" y="1137559"/>
                        <a:ext cx="2229422" cy="205287"/>
                        <a:chOff x="6029814" y="531297"/>
                        <a:chExt cx="2229422" cy="205287"/>
                      </a:xfrm>
                    </p:grpSpPr>
                    <p:sp>
                      <p:nvSpPr>
                        <p:cNvPr id="184" name="矩形: 圆角 183">
                          <a:extLst>
                            <a:ext uri="{FF2B5EF4-FFF2-40B4-BE49-F238E27FC236}">
                              <a16:creationId xmlns:a16="http://schemas.microsoft.com/office/drawing/2014/main" id="{1D044571-884B-78D9-9A5A-85AFA3F037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29814" y="531297"/>
                          <a:ext cx="2229422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r>
                            <a:rPr lang="zh-CN" altLang="en-US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预览布局</a:t>
                          </a:r>
                        </a:p>
                      </p:txBody>
                    </p:sp>
                    <p:sp>
                      <p:nvSpPr>
                        <p:cNvPr id="186" name="矩形: 圆角 185">
                          <a:extLst>
                            <a:ext uri="{FF2B5EF4-FFF2-40B4-BE49-F238E27FC236}">
                              <a16:creationId xmlns:a16="http://schemas.microsoft.com/office/drawing/2014/main" id="{20DF4DCB-BAE5-0174-50BF-C00871B6B2E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50501" y="531297"/>
                          <a:ext cx="205200" cy="205286"/>
                        </a:xfrm>
                        <a:prstGeom prst="round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altLang="zh-CN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-</a:t>
                          </a:r>
                          <a:endParaRPr lang="zh-CN" altLang="en-US" sz="9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191" name="组合 190">
                        <a:extLst>
                          <a:ext uri="{FF2B5EF4-FFF2-40B4-BE49-F238E27FC236}">
                            <a16:creationId xmlns:a16="http://schemas.microsoft.com/office/drawing/2014/main" id="{A848FBB0-3FE2-C35C-9C7F-9AB14166710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67934" y="1436088"/>
                        <a:ext cx="2225887" cy="205287"/>
                        <a:chOff x="6029814" y="531297"/>
                        <a:chExt cx="2225887" cy="205287"/>
                      </a:xfrm>
                    </p:grpSpPr>
                    <p:sp>
                      <p:nvSpPr>
                        <p:cNvPr id="193" name="矩形: 圆角 192">
                          <a:extLst>
                            <a:ext uri="{FF2B5EF4-FFF2-40B4-BE49-F238E27FC236}">
                              <a16:creationId xmlns:a16="http://schemas.microsoft.com/office/drawing/2014/main" id="{879A461B-4AB0-B4F0-0FA2-F090E2352B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29814" y="531297"/>
                          <a:ext cx="2225887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6350"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r>
                            <a:rPr lang="zh-CN" altLang="en-US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编辑布局</a:t>
                          </a:r>
                        </a:p>
                      </p:txBody>
                    </p:sp>
                    <p:sp>
                      <p:nvSpPr>
                        <p:cNvPr id="194" name="矩形: 圆角 193">
                          <a:extLst>
                            <a:ext uri="{FF2B5EF4-FFF2-40B4-BE49-F238E27FC236}">
                              <a16:creationId xmlns:a16="http://schemas.microsoft.com/office/drawing/2014/main" id="{23FBD9D5-32A6-7A01-E73A-AE73C4EC84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50501" y="531297"/>
                          <a:ext cx="205200" cy="205286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6350"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altLang="zh-CN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-</a:t>
                          </a:r>
                          <a:endParaRPr lang="zh-CN" altLang="en-US" sz="9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195" name="组合 194">
                        <a:extLst>
                          <a:ext uri="{FF2B5EF4-FFF2-40B4-BE49-F238E27FC236}">
                            <a16:creationId xmlns:a16="http://schemas.microsoft.com/office/drawing/2014/main" id="{8482E28A-60F8-5E24-2F97-3BA4B06874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67934" y="1746262"/>
                        <a:ext cx="2229422" cy="205287"/>
                        <a:chOff x="6029814" y="531297"/>
                        <a:chExt cx="2229422" cy="205287"/>
                      </a:xfrm>
                    </p:grpSpPr>
                    <p:sp>
                      <p:nvSpPr>
                        <p:cNvPr id="198" name="矩形: 圆角 197">
                          <a:extLst>
                            <a:ext uri="{FF2B5EF4-FFF2-40B4-BE49-F238E27FC236}">
                              <a16:creationId xmlns:a16="http://schemas.microsoft.com/office/drawing/2014/main" id="{F275B4DE-C19A-C809-5B4D-B825EAC1E58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029814" y="531297"/>
                          <a:ext cx="2229422" cy="205287"/>
                        </a:xfrm>
                        <a:prstGeom prst="roundRect">
                          <a:avLst/>
                        </a:prstGeom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effectLst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r>
                            <a:rPr lang="zh-CN" altLang="en-US" sz="900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输入布局名称</a:t>
                          </a:r>
                        </a:p>
                      </p:txBody>
                    </p:sp>
                    <p:sp>
                      <p:nvSpPr>
                        <p:cNvPr id="199" name="矩形: 圆角 198">
                          <a:extLst>
                            <a:ext uri="{FF2B5EF4-FFF2-40B4-BE49-F238E27FC236}">
                              <a16:creationId xmlns:a16="http://schemas.microsoft.com/office/drawing/2014/main" id="{5C15B260-4839-1A5C-AC78-2D0BE754ED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54036" y="531297"/>
                          <a:ext cx="205200" cy="205286"/>
                        </a:xfrm>
                        <a:prstGeom prst="round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altLang="zh-CN" sz="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+</a:t>
                          </a:r>
                          <a:endParaRPr lang="zh-CN" altLang="en-US" sz="9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656011C2-4BF1-CFFB-5D6F-DA833CD73DD2}"/>
                  </a:ext>
                </a:extLst>
              </p:cNvPr>
              <p:cNvGrpSpPr/>
              <p:nvPr/>
            </p:nvGrpSpPr>
            <p:grpSpPr>
              <a:xfrm>
                <a:off x="281572" y="717847"/>
                <a:ext cx="5457336" cy="215514"/>
                <a:chOff x="281572" y="134066"/>
                <a:chExt cx="5457336" cy="215514"/>
              </a:xfrm>
            </p:grpSpPr>
            <p:grpSp>
              <p:nvGrpSpPr>
                <p:cNvPr id="209" name="组合 208">
                  <a:extLst>
                    <a:ext uri="{FF2B5EF4-FFF2-40B4-BE49-F238E27FC236}">
                      <a16:creationId xmlns:a16="http://schemas.microsoft.com/office/drawing/2014/main" id="{A965DE8D-2D4B-0D55-E5EF-265649C3FD5D}"/>
                    </a:ext>
                  </a:extLst>
                </p:cNvPr>
                <p:cNvGrpSpPr/>
                <p:nvPr/>
              </p:nvGrpSpPr>
              <p:grpSpPr>
                <a:xfrm>
                  <a:off x="281572" y="134066"/>
                  <a:ext cx="3576917" cy="205287"/>
                  <a:chOff x="281572" y="134066"/>
                  <a:chExt cx="3576917" cy="205287"/>
                </a:xfrm>
              </p:grpSpPr>
              <p:grpSp>
                <p:nvGrpSpPr>
                  <p:cNvPr id="172" name="组合 171">
                    <a:extLst>
                      <a:ext uri="{FF2B5EF4-FFF2-40B4-BE49-F238E27FC236}">
                        <a16:creationId xmlns:a16="http://schemas.microsoft.com/office/drawing/2014/main" id="{DE5C8A6C-DCCD-9D2E-9335-4D1110E227BC}"/>
                      </a:ext>
                    </a:extLst>
                  </p:cNvPr>
                  <p:cNvGrpSpPr/>
                  <p:nvPr/>
                </p:nvGrpSpPr>
                <p:grpSpPr>
                  <a:xfrm>
                    <a:off x="281572" y="134066"/>
                    <a:ext cx="3570799" cy="205287"/>
                    <a:chOff x="2170998" y="3970052"/>
                    <a:chExt cx="3570799" cy="205287"/>
                  </a:xfrm>
                </p:grpSpPr>
                <p:sp>
                  <p:nvSpPr>
                    <p:cNvPr id="169" name="矩形: 圆角 168">
                      <a:extLst>
                        <a:ext uri="{FF2B5EF4-FFF2-40B4-BE49-F238E27FC236}">
                          <a16:creationId xmlns:a16="http://schemas.microsoft.com/office/drawing/2014/main" id="{67C0C408-2EF7-A660-959C-09757A789C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73763" y="3970052"/>
                      <a:ext cx="2868034" cy="205287"/>
                    </a:xfrm>
                    <a:prstGeom prst="roundRect">
                      <a:avLst/>
                    </a:prstGeom>
                    <a:solidFill>
                      <a:schemeClr val="tx1">
                        <a:lumMod val="65000"/>
                        <a:lumOff val="35000"/>
                      </a:schemeClr>
                    </a:solidFill>
                    <a:ln w="635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36000" rIns="36000" rtlCol="0" anchor="ctr"/>
                    <a:lstStyle/>
                    <a:p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D:\Explore\Agent\Workspace\GenUI\out\Releas</a:t>
                      </a:r>
                    </a:p>
                  </p:txBody>
                </p:sp>
                <p:sp>
                  <p:nvSpPr>
                    <p:cNvPr id="171" name="矩形: 圆角 170">
                      <a:extLst>
                        <a:ext uri="{FF2B5EF4-FFF2-40B4-BE49-F238E27FC236}">
                          <a16:creationId xmlns:a16="http://schemas.microsoft.com/office/drawing/2014/main" id="{3737CF96-5F89-7221-AB6C-96CE6410AE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70998" y="3970052"/>
                      <a:ext cx="993590" cy="205287"/>
                    </a:xfrm>
                    <a:prstGeom prst="roundRect">
                      <a:avLst/>
                    </a:prstGeom>
                    <a:noFill/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布局文件</a:t>
                      </a:r>
                    </a:p>
                  </p:txBody>
                </p:sp>
              </p:grpSp>
              <p:sp>
                <p:nvSpPr>
                  <p:cNvPr id="168" name="矩形: 圆角 167">
                    <a:extLst>
                      <a:ext uri="{FF2B5EF4-FFF2-40B4-BE49-F238E27FC236}">
                        <a16:creationId xmlns:a16="http://schemas.microsoft.com/office/drawing/2014/main" id="{9BA7F186-024F-BA1D-2233-4030EF01695C}"/>
                      </a:ext>
                    </a:extLst>
                  </p:cNvPr>
                  <p:cNvSpPr/>
                  <p:nvPr/>
                </p:nvSpPr>
                <p:spPr>
                  <a:xfrm>
                    <a:off x="3324469" y="134066"/>
                    <a:ext cx="534020" cy="205287"/>
                  </a:xfrm>
                  <a:prstGeom prst="roundRect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 w="63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浏览</a:t>
                    </a:r>
                  </a:p>
                </p:txBody>
              </p:sp>
            </p:grpSp>
            <p:grpSp>
              <p:nvGrpSpPr>
                <p:cNvPr id="207" name="组合 206">
                  <a:extLst>
                    <a:ext uri="{FF2B5EF4-FFF2-40B4-BE49-F238E27FC236}">
                      <a16:creationId xmlns:a16="http://schemas.microsoft.com/office/drawing/2014/main" id="{09E54FFB-51C5-F133-9BDC-17A7763D0191}"/>
                    </a:ext>
                  </a:extLst>
                </p:cNvPr>
                <p:cNvGrpSpPr/>
                <p:nvPr/>
              </p:nvGrpSpPr>
              <p:grpSpPr>
                <a:xfrm>
                  <a:off x="3947976" y="144293"/>
                  <a:ext cx="1790932" cy="205287"/>
                  <a:chOff x="3947976" y="134066"/>
                  <a:chExt cx="1790932" cy="205287"/>
                </a:xfrm>
              </p:grpSpPr>
              <p:sp>
                <p:nvSpPr>
                  <p:cNvPr id="28" name="矩形: 圆角 27">
                    <a:extLst>
                      <a:ext uri="{FF2B5EF4-FFF2-40B4-BE49-F238E27FC236}">
                        <a16:creationId xmlns:a16="http://schemas.microsoft.com/office/drawing/2014/main" id="{063730DE-2C89-D698-59F5-A9B6A81C325A}"/>
                      </a:ext>
                    </a:extLst>
                  </p:cNvPr>
                  <p:cNvSpPr/>
                  <p:nvPr/>
                </p:nvSpPr>
                <p:spPr>
                  <a:xfrm>
                    <a:off x="4577601" y="134066"/>
                    <a:ext cx="534020" cy="205287"/>
                  </a:xfrm>
                  <a:prstGeom prst="round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63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打开</a:t>
                    </a:r>
                  </a:p>
                </p:txBody>
              </p:sp>
              <p:sp>
                <p:nvSpPr>
                  <p:cNvPr id="30" name="矩形: 圆角 29">
                    <a:extLst>
                      <a:ext uri="{FF2B5EF4-FFF2-40B4-BE49-F238E27FC236}">
                        <a16:creationId xmlns:a16="http://schemas.microsoft.com/office/drawing/2014/main" id="{BF5FCCB3-61AE-C838-87AA-69AE55F8DD3F}"/>
                      </a:ext>
                    </a:extLst>
                  </p:cNvPr>
                  <p:cNvSpPr/>
                  <p:nvPr/>
                </p:nvSpPr>
                <p:spPr>
                  <a:xfrm>
                    <a:off x="5204888" y="134066"/>
                    <a:ext cx="534020" cy="205287"/>
                  </a:xfrm>
                  <a:prstGeom prst="round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63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保存</a:t>
                    </a:r>
                  </a:p>
                </p:txBody>
              </p:sp>
              <p:sp>
                <p:nvSpPr>
                  <p:cNvPr id="206" name="矩形: 圆角 205">
                    <a:extLst>
                      <a:ext uri="{FF2B5EF4-FFF2-40B4-BE49-F238E27FC236}">
                        <a16:creationId xmlns:a16="http://schemas.microsoft.com/office/drawing/2014/main" id="{DF0F7670-85C6-5DD4-EC0D-557FD2B35634}"/>
                      </a:ext>
                    </a:extLst>
                  </p:cNvPr>
                  <p:cNvSpPr/>
                  <p:nvPr/>
                </p:nvSpPr>
                <p:spPr>
                  <a:xfrm>
                    <a:off x="3947976" y="134066"/>
                    <a:ext cx="534020" cy="205287"/>
                  </a:xfrm>
                  <a:prstGeom prst="round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635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创建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030789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223</Words>
  <Application>Microsoft Office PowerPoint</Application>
  <PresentationFormat>宽屏</PresentationFormat>
  <Paragraphs>76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顺义 何</dc:creator>
  <cp:lastModifiedBy>顺义 何</cp:lastModifiedBy>
  <cp:revision>142</cp:revision>
  <dcterms:created xsi:type="dcterms:W3CDTF">2026-09-06T17:14:00Z</dcterms:created>
  <dcterms:modified xsi:type="dcterms:W3CDTF">2026-09-07T08:46:47Z</dcterms:modified>
</cp:coreProperties>
</file>